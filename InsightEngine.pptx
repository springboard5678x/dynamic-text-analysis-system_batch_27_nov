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Helvetica Neue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HelveticaNeue-bold.fntdata"/><Relationship Id="rId23" Type="http://schemas.openxmlformats.org/officeDocument/2006/relationships/font" Target="fonts/HelveticaNeue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elveticaNeue-boldItalic.fntdata"/><Relationship Id="rId25" Type="http://schemas.openxmlformats.org/officeDocument/2006/relationships/font" Target="fonts/HelveticaNeue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b6fa32f08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b6fa32f08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b6fa32f08_1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b6fa32f08_1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b6fa32f08_1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b6fa32f08_1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b6fa32f08_1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b6fa32f08_1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b6fa32f08_1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b6fa32f08_1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b6fa32f08_1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b6fa32f08_1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b6fa32f08_29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b6fa32f08_29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b6fa32f08_29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b6fa32f08_29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b6fa32f08_1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b6fa32f08_1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b6fa32f08_2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bb6fa32f08_2_2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b6fa32f08_29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bb6fa32f08_29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b6fa32f08_1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b6fa32f08_1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b6fa32f08_1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b6fa32f08_1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b6fa32f08_29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b6fa32f08_29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b6fa32f08_29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b6fa32f08_29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b6fa32f08_29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b6fa32f08_29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29" r="19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e second slide and Improve this by transforming dense text into clean, visually engaging slides.&#10;Keep the content accurate but simplify wording, use clear headings, bullet points, icons, and diagrams where helpful.&#10;Maintain a professional yet modern tech aesthetic, consistent colors, and strong visual hierarchy.&#10;Highlight key insights, results, and takeaways so the slides are easy to scan and not text-heavy.&#10;Avoid clutter and make it presentation-ready for a technical audience."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/>
          <p:cNvPicPr preferRelativeResize="0"/>
          <p:nvPr/>
        </p:nvPicPr>
        <p:blipFill rotWithShape="1">
          <a:blip r:embed="rId3">
            <a:alphaModFix/>
          </a:blip>
          <a:srcRect b="0" l="29" r="19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e fourth slide  Improve this slide by transforming dense text into clean, visually engaging slides.&#10;Keep the content accurate but simplify wording, use clear headings, bullet points, icons, and diagrams where helpful.&#10;Maintain a professional yet modern tech aesthetic, consistent colors, and strong visual hierarchy.&#10;Highlight key insights, results, and takeaways so the slides are easy to scan and not text-heavy.&#10;Avoid clutter and make it presentation-ready for a technical audience." id="144" name="Google Shape;1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e 9th slide Improve this slide by transforming dense text into clean, visually engaging slide.&#10;Keep the content accurate but simplify wording, use clear headings, bullet points, icons, and diagrams where helpful.&#10;Maintain a professional yet modern tech aesthetic, consistent colors, and strong visual hierarchy.&#10;Highlight key insights, results, and takeaways so the slides are easy to scan and not text-heavy.&#10;Avoid clutter and make it presentation-ready for a technical audience." id="149" name="Google Shape;14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e fifth slide Improve this slide by transforming dense text into clean, visually engaging slides.&#10;Keep the content accurate but simplify wording, use clear headings, bullet points, icons, and diagrams where helpful.&#10;Maintain a professional yet modern tech aesthetic, consistent colors, and strong visual hierarchy.&#10;Highlight key insights, results, and takeaways so the slides are easy to scan and not text-heavy.&#10;Avoid clutter and make it presentation-ready for a technical audience." id="154" name="Google Shape;15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 the 7th slide remove the line Core Architecture : Three powerful models...." id="159" name="Google Shape;15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not change the logo just convert it in the ppt theme" id="164" name="Google Shape;16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e 17th slide Improve this slide by transforming dense text into clean, visually engaging slide.&#10;Keep the content accurate but simplify wording, use clear headings, bullet points, icons, and diagrams where helpful.&#10;Maintain a professional yet modern tech aesthetic, consistent colors, and strong visual hierarchy.&#10;Highlight key insights, results, and takeaways so the slides are easy to scan and not text-heavy.&#10;Avoid clutter and make it presentation-ready for a technical audience." id="169" name="Google Shape;1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7051A"/>
            </a:gs>
            <a:gs pos="100000">
              <a:srgbClr val="191745"/>
            </a:gs>
          </a:gsLst>
          <a:lin ang="5400000" scaled="0"/>
        </a:gra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/>
          <p:nvPr/>
        </p:nvSpPr>
        <p:spPr>
          <a:xfrm>
            <a:off x="0" y="1156375"/>
            <a:ext cx="5060765" cy="3023713"/>
          </a:xfrm>
          <a:custGeom>
            <a:rect b="b" l="l" r="r" t="t"/>
            <a:pathLst>
              <a:path extrusionOk="0" h="3455672" w="7553381">
                <a:moveTo>
                  <a:pt x="0" y="0"/>
                </a:moveTo>
                <a:lnTo>
                  <a:pt x="7553382" y="0"/>
                </a:lnTo>
                <a:lnTo>
                  <a:pt x="7553382" y="3455672"/>
                </a:lnTo>
                <a:lnTo>
                  <a:pt x="0" y="3455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34"/>
          <p:cNvSpPr/>
          <p:nvPr/>
        </p:nvSpPr>
        <p:spPr>
          <a:xfrm>
            <a:off x="5060775" y="1154300"/>
            <a:ext cx="3741848" cy="2537807"/>
          </a:xfrm>
          <a:custGeom>
            <a:rect b="b" l="l" r="r" t="t"/>
            <a:pathLst>
              <a:path extrusionOk="0" h="3500424" w="7597661">
                <a:moveTo>
                  <a:pt x="0" y="0"/>
                </a:moveTo>
                <a:lnTo>
                  <a:pt x="7597661" y="0"/>
                </a:lnTo>
                <a:lnTo>
                  <a:pt x="7597661" y="3500424"/>
                </a:lnTo>
                <a:lnTo>
                  <a:pt x="0" y="35004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221" t="0"/>
            </a:stretch>
          </a:blipFill>
          <a:ln>
            <a:noFill/>
          </a:ln>
        </p:spPr>
      </p:sp>
      <p:sp>
        <p:nvSpPr>
          <p:cNvPr id="176" name="Google Shape;176;p34"/>
          <p:cNvSpPr txBox="1"/>
          <p:nvPr/>
        </p:nvSpPr>
        <p:spPr>
          <a:xfrm>
            <a:off x="688965" y="533400"/>
            <a:ext cx="4906313" cy="481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Visual Outputs</a:t>
            </a:r>
            <a:endParaRPr sz="700"/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7051A"/>
            </a:gs>
            <a:gs pos="100000">
              <a:srgbClr val="191745"/>
            </a:gs>
          </a:gsLst>
          <a:lin ang="5400012" scaled="0"/>
        </a:gra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/>
          <p:nvPr/>
        </p:nvSpPr>
        <p:spPr>
          <a:xfrm>
            <a:off x="4512597" y="1327438"/>
            <a:ext cx="4584535" cy="2673246"/>
          </a:xfrm>
          <a:custGeom>
            <a:rect b="b" l="l" r="r" t="t"/>
            <a:pathLst>
              <a:path extrusionOk="0" h="3576249" w="7803464">
                <a:moveTo>
                  <a:pt x="0" y="0"/>
                </a:moveTo>
                <a:lnTo>
                  <a:pt x="7803464" y="0"/>
                </a:lnTo>
                <a:lnTo>
                  <a:pt x="7803464" y="3576248"/>
                </a:lnTo>
                <a:lnTo>
                  <a:pt x="0" y="3576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35"/>
          <p:cNvSpPr/>
          <p:nvPr/>
        </p:nvSpPr>
        <p:spPr>
          <a:xfrm>
            <a:off x="0" y="1382449"/>
            <a:ext cx="4579053" cy="2563221"/>
          </a:xfrm>
          <a:custGeom>
            <a:rect b="b" l="l" r="r" t="t"/>
            <a:pathLst>
              <a:path extrusionOk="0" h="3394995" w="7476005">
                <a:moveTo>
                  <a:pt x="0" y="0"/>
                </a:moveTo>
                <a:lnTo>
                  <a:pt x="7476006" y="0"/>
                </a:lnTo>
                <a:lnTo>
                  <a:pt x="7476006" y="3394995"/>
                </a:lnTo>
                <a:lnTo>
                  <a:pt x="0" y="33949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35"/>
          <p:cNvSpPr txBox="1"/>
          <p:nvPr/>
        </p:nvSpPr>
        <p:spPr>
          <a:xfrm>
            <a:off x="688965" y="533400"/>
            <a:ext cx="49062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Visual Outputs</a:t>
            </a:r>
            <a:endParaRPr sz="700"/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e 20th slide Improve this slide by transforming dense text into clean, visually engaging slide.&#10;Keep the content accurate but simplify wording, use clear headings, bullet points, icons, and diagrams where helpful.&#10;Maintain a professional yet modern tech aesthetic, consistent colors, and strong visual hierarchy.&#10;Highlight key insights, results, and takeaways so the slides are easy to scan and not text-heavy.&#10;Avoid clutter and make it presentation-ready for a technical audience." id="188" name="Google Shape;1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e 22nd slide Improve this slide by transforming dense text into clean, visually engaging slide.&#10;Keep the content accurate but simplify wording, use clear headings, bullet points, icons, and diagrams where helpful.&#10;Maintain a professional yet modern tech aesthetic, consistent colors, and strong visual hierarchy.&#10;Highlight key insights, results, and takeaways so the slides are easy to scan and not text-heavy.&#10;Avoid clutter and make it presentation-ready for a technical audience." id="193" name="Google Shape;19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place the golden color in 14th slide with the blue which is used in other slides" id="198" name="Google Shape;19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 the same for the 15th slide too" id="203" name="Google Shape;20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o remove that handshake" id="208" name="Google Shape;20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