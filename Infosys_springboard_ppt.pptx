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handoutMasterIdLst>
    <p:handoutMasterId r:id="rId24"/>
  </p:handoutMasterIdLst>
  <p:sldIdLst>
    <p:sldId id="256" r:id="rId5"/>
    <p:sldId id="3849" r:id="rId6"/>
    <p:sldId id="3846" r:id="rId7"/>
    <p:sldId id="261" r:id="rId8"/>
    <p:sldId id="3850" r:id="rId9"/>
    <p:sldId id="3851" r:id="rId10"/>
    <p:sldId id="3852" r:id="rId11"/>
    <p:sldId id="265" r:id="rId12"/>
    <p:sldId id="3853" r:id="rId13"/>
    <p:sldId id="3854" r:id="rId14"/>
    <p:sldId id="263" r:id="rId15"/>
    <p:sldId id="3855" r:id="rId16"/>
    <p:sldId id="268" r:id="rId17"/>
    <p:sldId id="3856" r:id="rId18"/>
    <p:sldId id="3857" r:id="rId19"/>
    <p:sldId id="267" r:id="rId20"/>
    <p:sldId id="3848" r:id="rId21"/>
    <p:sldId id="3858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32" autoAdjust="0"/>
    <p:restoredTop sz="94694" autoAdjust="0"/>
  </p:normalViewPr>
  <p:slideViewPr>
    <p:cSldViewPr snapToGrid="0">
      <p:cViewPr varScale="1">
        <p:scale>
          <a:sx n="62" d="100"/>
          <a:sy n="62" d="100"/>
        </p:scale>
        <p:origin x="884" y="44"/>
      </p:cViewPr>
      <p:guideLst/>
    </p:cSldViewPr>
  </p:slideViewPr>
  <p:outlineViewPr>
    <p:cViewPr>
      <p:scale>
        <a:sx n="33" d="100"/>
        <a:sy n="33" d="100"/>
      </p:scale>
      <p:origin x="0" y="-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9:50:20.84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0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1-20T09:50:32.142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167 1118 24575,'197'-87'0,"-186"82"0,-6 3 0,0-1 0,-1 1 0,1 0 0,0 0 0,0 1 0,0-1 0,1 1 0,-1 1 0,0-1 0,0 1 0,1-1 0,5 2 0,-10-1 0,0 0 0,-1 0 0,1 0 0,-1 1 0,1-1 0,-1 0 0,1 0 0,-1 1 0,1-1 0,-1 0 0,1 1 0,-1-1 0,1 0 0,-1 1 0,1-1 0,-1 1 0,0-1 0,1 1 0,-1-1 0,0 1 0,1-1 0,-1 1 0,0-1 0,0 1 0,0-1 0,1 1 0,-1 0 0,0-1 0,0 2 0,0 0 0,0-1 0,-1 1 0,1 0 0,0 0 0,-1-1 0,1 1 0,-1 0 0,0-1 0,0 1 0,-1 1 0,-2 3 0,0 1 0,0-2 0,-1 1 0,-6 5 0,4-6 0,0 0 0,-1 0 0,1-1 0,-1 0 0,0 0 0,0-1 0,0 0 0,-1 0 0,1-1 0,-12 1 0,12-1 0,0-1 0,0 1 0,0 0 0,0 1 0,1-1 0,-1 2 0,1-1 0,-1 1 0,1 0 0,0 0 0,1 1 0,-12 10 0,0 7 0,2 0 0,1 1 0,-15 30 0,-18 28 0,35-58 0,-12 17 0,23-39 0,1 1 0,0-1 0,0 0 0,0 1 0,-1-1 0,1 0 0,-1 0 0,1 0 0,-1 0 0,1 0 0,-1 0 0,0 0 0,1-1 0,-1 1 0,0-1 0,0 1 0,0-1 0,1 0 0,-1 0 0,-3 1 0,5-2 0,-1 1 0,0 0 0,0 0 0,0 0 0,1-1 0,-1 1 0,0 0 0,0-1 0,1 1 0,-1-1 0,0 1 0,1-1 0,-1 1 0,0-1 0,1 1 0,-1-1 0,1 0 0,-1 1 0,1-1 0,-1 0 0,1 0 0,-1 1 0,1-1 0,0 0 0,0 0 0,-1 0 0,1 1 0,0-1 0,0 0 0,0 0 0,0 0 0,0 0 0,0 1 0,0-1 0,0 0 0,0 0 0,0 0 0,0 0 0,1 1 0,-1-1 0,0 0 0,1-1 0,14-39 0,-13 37 0,10-21 0,2 2 0,0 0 0,1 0 0,2 1 0,0 1 0,1 1 0,1 1 0,42-34 0,-15 19 0,2 2 0,1 2 0,63-27 0,-62 38 0,-39 16 0,-1 0 0,1-1 0,-1-1 0,15-8 0,-12 5 0,-1 0 0,0 0 0,-1-1 0,0 0 0,20-20 0,91-100 0,-84 91 0,1-1 0,61-65 0,-99 103 0,16-23 0,-17 24 0,0-1 0,0 1 0,0 0 0,0-1 0,1 1 0,-1-1 0,0 1 0,0 0 0,0-1 0,0 1 0,0-1 0,0 1 0,0-1 0,0 1 0,0 0 0,0-1 0,-1 1 0,1 0 0,0-1 0,0 1 0,0-1 0,0 1 0,0 0 0,-1-1 0,1 1 0,0 0 0,0-1 0,-1 1 0,1 0 0,0-1 0,-1 1 0,1 0 0,0 0 0,-1-1 0,1 1 0,0 0 0,-1 0 0,1 0 0,0 0 0,-1-1 0,1 1 0,-1 0 0,1 0 0,0 0 0,-1 0 0,1 0 0,-1 0 0,1 0 0,0 0 0,-1 0 0,1 0 0,-1 0 0,1 0 0,0 0 0,-1 1 0,-5-1 0,0 0 0,-1 0 0,2 1 0,-1 0 0,0 0 0,0 0 0,0 1 0,0 0 0,1 0 0,-1 0 0,-6 4 0,8-3 0,1 0 0,0-1 0,0 1 0,0 0 0,0 0 0,0 1 0,0-1 0,1 1 0,-1-1 0,1 1 0,0 0 0,0 0 0,1 0 0,-1 0 0,1 0 0,-2 7 0,-1 19 0,2 0 0,0 0 0,5 57 0,0-26 0,-2-48 0,0 0 0,1 0 0,1-1 0,0 1 0,6 15 0,29 58 0,-37-84 0,2 3 0,-1 0 0,1 0 0,0 0 0,0-1 0,5 5 0,-8-8 0,1 0 0,0 0 0,0 0 0,0 0 0,0-1 0,0 1 0,0 0 0,0-1 0,0 1 0,0-1 0,1 1 0,-1-1 0,0 0 0,0 1 0,0-1 0,0 0 0,1 0 0,-1 0 0,0 0 0,0 0 0,0 0 0,1 0 0,-1 0 0,0 0 0,0-1 0,0 1 0,1 0 0,-1-1 0,0 1 0,1-2 0,20-9 0,22-13 0,63-23 0,-3 12 0,2 5 0,200-30 0,-130 40 0,178 4 0,-317 16 0,-1 1 0,1 2 0,-1 2 0,0 1 0,0 2 0,48 17 0,-82-24 0,-1-1 0,1 1 0,-1-1 0,1 1 0,-1 0 0,0 0 0,1 0 0,-1 0 0,0 0 0,3 2 0,-4-2 0,0-1 0,1 0 0,-1 1 0,0-1 0,0 1 0,0-1 0,0 0 0,1 1 0,-1-1 0,0 1 0,0-1 0,0 1 0,0-1 0,0 0 0,0 1 0,0-1 0,0 1 0,0-1 0,0 1 0,0-1 0,0 0 0,-1 1 0,1-1 0,0 1 0,0-1 0,-1 1 0,-1 1 0,0 0 0,0 0 0,0 0 0,0-1 0,0 1 0,-1-1 0,1 1 0,-1-1 0,1 0 0,-1 0 0,1 0 0,-1 0 0,-2 0 0,-39 8 0,-1-2 0,1-2 0,-75-1 0,68-3 0,-600-25-658,393 7 494,231 16 164,-498-15 0,521 15 0,8-3 8,13-5 109,-16 8-105,34-15 112,1 1 0,41-12 0,81-15 156,-94 26-247,317-93-33,-372 105 0,-1 1 0,1-1 0,-1 0 0,0 0 0,0-1 0,-1-1 0,1 1 0,-1-1 0,0 0 0,-1-1 0,1 1 0,4-9 0,-1 0 0,0 0 0,-2 0 0,0-1 0,-1 0 0,7-22 0,11-53 0,-17 55 0,14-36 0,-21 71 0,-1 0 0,0 1 0,0-1 0,0 0 0,0 0 0,0 1 0,0-1 0,1 0 0,-1 1 0,0-1 0,1 1 0,-1-1 0,0 0 0,1 1 0,-1-1 0,1 1 0,-1-1 0,1 1 0,-1-1 0,1 1 0,-1-1 0,1 1 0,0 0 0,-1-1 0,1 1 0,-1 0 0,2-1 0,6 16 0,-6-12 0,-1 0 0,0-1 0,0 1 0,1 0 0,0 0 0,0-1 0,2 4 0,1-3 0,0 1 0,-1-1 0,1 0 0,1 0 0,-1 0 0,0-1 0,1 0 0,8 3 0,5-1 0,32 4 0,35-3-60,117-9-1,-187 3 18,636-38-1888,3 0 136,-568 35 1559,311-2-516,-379 7 785,52 5 545,-64-5-489,0 1 1,0 0-1,0 0 1,0 0-1,0 1 1,-1 0 0,11 6-1,-16-9-45,-1 1-1,1-1 0,0 1 1,0-1-1,-1 1 1,1 0-1,0-1 0,0 1 1,-1 0-1,1-1 0,-1 1 1,1 0-1,-1 0 1,1 0-1,-1-1 0,0 1 1,1 0-1,-1 1 0,0-1-4,0-1 0,0 1 0,0 0-1,0-1 1,0 1 0,0-1-1,-1 1 1,1-1 0,0 1 0,0 0-1,-1-1 1,1 1 0,0-1-1,-1 1 1,1-1 0,0 0 0,-1 1-1,1-1 1,-1 1 0,1-1 0,-2 1-1,-1 1 120,-1 0-1,-1 0 1,1 0 0,0-1-1,0 1 1,-10 1-1,-58 6 106,0-3-1,-85-3 0,-23 1-277,95 1 15,0 4 0,-131 30 0,208-36 0,1-1 0,-1 1 0,1 0 0,-1 1 0,1 0 0,0 0 0,1 1 0,-1-1 0,1 1 0,0 1 0,0-1 0,-6 8 0,10-10 0,0 0 0,0 0 0,0 0 0,0 1 0,0-1 0,1 1 0,-1-1 0,1 1 0,0-1 0,0 1 0,1 0 0,-1-1 0,1 1 0,-1 0 0,1 0 0,0-1 0,1 1 0,-1 0 0,1-1 0,-1 1 0,1 0 0,0-1 0,1 1 0,-1-1 0,1 1 0,-1-1 0,5 6 0,-2-3 0,0 0 0,1-1 0,-1 0 0,1 0 0,1 0 0,-1 0 0,1-1 0,0 0 0,0 0 0,0-1 0,0 1 0,1-1 0,-1-1 0,8 3 0,12 2 0,0-1 0,38 4 0,-43-7 0,146 14 0,1-7 0,170-12 0,-278-1 0,0-3 0,0-2 0,-1-3 0,101-32 0,-156 42 0,-1 0 0,0 0 0,0-1 0,0 1 0,1-1 0,-1 1 0,-1-1 0,1 0 0,0-1 0,0 1 0,-1 0 0,1-1 0,3-4 0,-6 5 0,1 1 0,-1-1 0,1 0 0,-1 0 0,1 0 0,-1 0 0,0 1 0,0-1 0,0 0 0,0 0 0,0 0 0,-1 0 0,1 1 0,-1-1 0,1 0 0,-1 0 0,1 1 0,-1-1 0,0 0 0,0 1 0,0-1 0,0 0 0,0 1 0,0 0 0,0-1 0,-1 1 0,0-2 0,-10-9 0,0 0 0,-1 1 0,0 1 0,-1 0 0,0 1 0,0 0 0,-1 1 0,-25-10 0,-10-1 0,-78-19 0,-266-32-556,261 50 243,-443-49-133,-8 60 470,521 13-32,0 3 0,0 3 0,-90 26 0,-243 64 8,313-85 0,-1-3 0,-152 0 0,215-12 62,1-1 0,-1-1 0,1-1 0,0-1 0,0-1 0,0 0 0,0-1 0,1-2 0,0 0 0,0-1 0,1 0 0,0-2 0,1 0 0,0-1 0,1-1 0,1 0 0,0-1 0,0-1 0,-21-29 0,32 39-55,0 0 0,1 0-1,0 0 1,0-1 0,0 1 0,1-1 0,0 0-1,0 0 1,0 0 0,1 0 0,-1 0-1,1-6 1,1 8-7,0 1 0,0-1 0,1 1-1,0 0 1,-1-1 0,1 1 0,1 0 0,-1-1-1,0 1 1,1 0 0,-1 0 0,1 0 0,0 0-1,0 1 1,0-1 0,0 0 0,1 1-1,-1 0 1,1-1 0,-1 1 0,1 0 0,0 0-1,4-2 1,6-2 0,0 0 0,0 0 0,0 2 0,1-1 0,0 2 0,0 0 0,0 0 0,25 0 0,10 2 0,54 5 0,-16 5 0,0 4 0,137 39 0,163 74 0,-275-87 0,221 60 0,-291-87 0,-33-5 0,-14-2 0,-19 0 0,-30 0 0,0-3 0,-57-5 0,-110-17 0,220 20 0,-61-7 0,-72-18 0,116 21 0,0-1 0,1-1 0,-1-1 0,1 0 0,1-1 0,-1-1 0,2 0 0,-26-21 0,37 27 0,0 0 0,1-1 0,0 1 0,0-1 0,0 0 0,0 0 0,-3-7 0,6 10 0,-1 0 0,1 0 0,-1 0 0,1 0 0,0 0 0,-1-1 0,1 1 0,0 0 0,0 0 0,0 0 0,0-1 0,0 1 0,0 0 0,0 0 0,0-1 0,1 1 0,-1 0 0,0 0 0,1 0 0,-1 0 0,1-1 0,-1 1 0,1 0 0,-1 0 0,1 0 0,0 0 0,0 0 0,-1 0 0,1 1 0,0-1 0,0 0 0,0 0 0,2 0 0,2-2 0,0 0 0,0 0 0,0 1 0,1 0 0,-1 0 0,1 1 0,-1-1 0,13 0 0,50 0 0,-56 2 0,503 51 0,-442-39 0,-1 3 0,0 3 0,-1 3 0,-1 4 0,-2 2 0,93 51 0,-154-74 0,1 1 0,-1-1 0,-1 1 0,1 0 0,-1 0 0,0 1 0,8 9 0,-12-13 0,-1 0 0,0 0 0,1 0 0,-1 1 0,0-1 0,0 0 0,-1 0 0,1 1 0,0-1 0,-1 1 0,0-1 0,1 0 0,-1 1 0,0-1 0,0 1 0,0-1 0,-1 1 0,1-1 0,-1 1 0,1-1 0,-1 0 0,0 1 0,1-1 0,-1 0 0,-1 0 0,1 0 0,0 0 0,0 1 0,-3 1 0,-2 4 0,-1-1 0,0 0 0,0 0 0,0-1 0,-1 0 0,0 0 0,0 0 0,0-1 0,-12 5 0,-8 2 0,-50 15 0,34-16 0,0-1 0,0-2 0,-1-1 0,-55-1 0,66-6 0,1-1 0,0-2 0,0-1 0,0-2 0,0-1 0,-45-16 0,71 21 0,0-1 0,1 0 0,-1-1 0,1 1 0,-1-1 0,1 0 0,0-1 0,-6-5 0,11 9 0,0 0 0,0-1 0,0 1 0,0 0 0,0-1 0,1 1 0,-1-1 0,0 1 0,1-1 0,-1 1 0,1-1 0,-1 1 0,1-1 0,0 0 0,-1 1 0,1-4 0,1 3 0,-1 0 0,1 0 0,-1 0 0,1 0 0,0 0 0,0 0 0,0 0 0,0 1 0,0-1 0,0 0 0,1 0 0,-1 1 0,0-1 0,1 1 0,0-1 0,2-1 0,9-6 0,0 0 0,0 0 0,1 1 0,1 1 0,-1 0 0,27-7 0,101-19 0,-43 18-346,194-5 0,101 34-518,-247-1 628,0 6-1,-1 6 0,188 59 0,-210-45 77,501 144 90,-158-49 70,-435-120-13,-32-14 14,0 0-1,0 0 1,0 0-1,1 0 1,-1 0-1,0 0 1,0 0-1,0 0 1,0 0-1,0 0 1,0 0 0,1 0-1,-1 0 1,0 1-1,0-1 1,0 0-1,0 0 1,0 0-1,0 0 1,0 0-1,0 0 1,0 1-1,1-1 1,-1 0-1,0 0 1,0 0-1,0 0 1,0 0-1,0 1 1,0-1-1,0 0 1,0 0 0,0 0-1,0 0 1,0 0-1,0 1 1,0-1-1,0 0 1,0 0-1,0 0 1,0 0-1,0 0 1,-1 1-1,1-1 1,0 0-1,0 0 1,0 0-1,0 0 1,-18 3 150,-23-4 437,-53-9 0,49 4-450,-336-52-105,256 32 424,-126-45 0,236 66-396,0 0 1,1-1 0,0 0 0,-25-16-1,26 9-61,13 12 0,-1 1 0,1 0 0,0 0 0,0-1 0,0 1 0,0 0 0,0 0 0,0-1 0,0 1 0,-1 0 0,1 0 0,0-1 0,0 1 0,0 0 0,0 0 0,0-1 0,0 1 0,0 0 0,0 0 0,1-1 0,-1 1 0,0 0 0,0 0 0,0-1 0,0 1 0,0 0 0,0 0 0,0-1 0,1 1 0,-1 0 0,0 0 0,0-1 0,2 1 0,0-1 0,0 1 0,-1-1 0,1 1 0,0 0 0,0-1 0,0 1 0,0 0 0,0 0 0,-1 1 0,1-1 0,0 0 0,0 0 0,0 1 0,2 0 0,69 21 0,-2 3 0,106 51 0,127 97 0,-258-140 0,-2 1 0,-1 2 0,-2 3 0,-2 0 0,-1 3 0,-2 1 0,39 63 0,-66-93 0,0 1 0,0-1 0,1 0 0,23 23 0,-32-35 0,0 0 0,0 0 0,0 0 0,0 0 0,0 0 0,0 0 0,1 0 0,-1-1 0,0 1 0,1-1 0,-1 1 0,1-1 0,-1 1 0,1-1 0,-1 0 0,1 1 0,-1-1 0,3 0 0,-3-1 0,-1 1 0,1 0 0,0-1 0,0 1 0,-1-1 0,1 1 0,0-1 0,0 1 0,-1-1 0,1 1 0,-1-1 0,1 0 0,0 1 0,-1-1 0,1 0 0,-1 0 0,0 1 0,1-1 0,-1 0 0,0 0 0,1 0 0,-1-1 0,1-3 0,0 1 0,-1-1 0,1 0 0,-1 0 0,0 1 0,0-1 0,-1 0 0,0 0 0,-2-8 0,-4-7 0,4 13 0,1 1 0,0-1 0,0 0 0,-2-14 0,4 20 0,0 0 0,-1 1 0,1-1 0,0 0 0,0 0 0,1 0 0,-1 0 0,0 1 0,0-1 0,0 0 0,0 0 0,1 0 0,-1 0 0,0 1 0,1-1 0,-1 0 0,1 0 0,-1 1 0,1-1 0,-1 0 0,1 1 0,1-2 0,-1 2 0,0-1 0,0 1 0,1 0 0,-1-1 0,0 1 0,1 0 0,-1 0 0,0 0 0,1 0 0,-1 0 0,0 1 0,0-1 0,1 0 0,-1 0 0,0 1 0,1-1 0,1 2 0,19 8 0,0 2 0,-1 0 0,-1 2 0,33 27 0,277 242-370,-9 21-111,-248-234 454,-4-3 6,118 108 188,-185-174-126,-1 1 1,1-1-1,0 1 0,0 0 0,-1 0 1,1 0-1,-1 0 0,0 0 1,1 0-1,-1 0 0,0 0 0,0 0 1,0 1-1,-1-1 0,1 0 0,-1 1 1,1-1-1,-1 3 0,0-3-43,0 0 0,0-1 0,-1 1 0,1 0 0,-1-1 0,1 1 0,-1-1 0,0 1 0,0-1 0,0 1 0,0-1 0,0 1 0,0-1 0,0 0 0,0 1 0,0-1 0,-1 0 0,1 0 0,0 0 0,-1 0 0,1 0 0,-1 0 0,1-1 0,-1 1 0,-2 0 0,-3 2 2,0 0 0,0-1 0,0 0 0,-1-1 0,1 0 0,-1 0 0,1 0 0,-1-1 0,1 0 0,-1-1 0,1 0 0,-1 0 0,1 0 0,0-1 0,-1 0 0,1 0 0,0-1 0,0 0 0,1-1 0,-12-6 0,1-2 0,1 0 0,0-1 0,0-1 0,1-1 0,1 0 0,-17-25 0,4 2 0,1-2 0,-26-57 0,-32-91 0,83 187 0,-85-233 0,81 218 0,1 1 0,-4-28 0,8 42 0,0-1 0,0 1 0,0-1 0,0 1 0,0 0 0,0-1 0,0 1 0,0 0 0,1-1 0,-1 1 0,0 0 0,1-1 0,-1 1 0,1 0 0,1-3 0,-1 4 0,-1 0 0,1-1 0,-1 1 0,1-1 0,-1 1 0,1 0 0,0 0 0,-1-1 0,1 1 0,0 0 0,-1 0 0,1 0 0,-1 0 0,1 0 0,0 0 0,-1 0 0,1 0 0,0 0 0,-1 0 0,1 0 0,0 0 0,-1 0 0,2 1 0,3 1 0,1 0 0,-1 1 0,0 0 0,1 0 0,-1 1 0,5 4 0,37 33 0,63 74 0,-83-85 0,80 88-81,359 359-662,-405-424 755,121 112-38,-149-131 64,-1 1 0,-2 2 0,28 44-1,-34-44 380,5 7-327,-2 1 0,26 60 0,-53-104-90,7 22 0,-7-23 0,0 0 0,0 1 0,1-1 0,-1 0 0,0 1 0,0-1 0,0 0 0,0 1 0,0-1 0,0 1 0,0-1 0,0 0 0,0 1 0,-1-1 0,1 0 0,0 1 0,0-1 0,0 0 0,0 1 0,0-1 0,-1 0 0,1 1 0,0-1 0,0 0 0,0 1 0,-1-1 0,1 0 0,0 0 0,-1 1 0,1-1 0,0 0 0,0 0 0,-1 0 0,1 1 0,0-1 0,-1 0 0,1 0 0,-1 0 0,1 0 0,0 0 0,-1 0 0,1 0 0,0 0 0,-1 0 0,1 0 0,0 0 0,-1 0 0,1 0 0,-1 0 0,1 0 0,0 0 0,-1 0 0,1 0 0,0 0 0,-1-1 0,1 1 0,0 0 0,-1 0 0,1 0 0,-1-1 0,-13-6 0,0-1 0,0-1 0,1 0 0,0-1 0,-19-18 0,-6-4 0,-398-261 0,344 236 0,26 16 0,-65-42 0,117 74 0,14 9 0,1 0 0,-1 0 0,0 1 0,0-1 0,0 0 0,0 0 0,0 0 0,0 0 0,0 0 0,0 0 0,0 0 0,0 0 0,0 0 0,0 0 0,0 0 0,0 0 0,0 0 0,0 0 0,0 0 0,0 0 0,0 0 0,0 0 0,0 0 0,0 1 0,0-1 0,-1 0 0,1 0 0,0 0 0,0 0 0,0 0 0,0 0 0,0 0 0,0 0 0,0 0 0,0 0 0,0 0 0,0 0 0,0 0 0,0 0 0,0 0 0,0 0 0,0 0 0,0 0 0,0 0 0,19 20 0,-7-8 0,38 45-92,-3 1 1,71 114-1,51 145-419,3 121 361,-114-278 142,-44-126 8,-8-20 0,-1 0 0,0 1 0,0 0 0,2 21 0,-8-34 20,-6-8 118,-33-40 242,-42-62 1,41 51-356,-444-600-25,469 634 0,-7-8 0,-1 0 0,-37-35 0,40 52 0,21 13 0,-1 1 0,1 0 0,-1 0 0,0 0 0,1 0 0,-1 0 0,1-1 0,-1 1 0,0 0 0,1 1 0,-1-1 0,1 0 0,-1 0 0,0 0 0,1 0 0,-1 0 0,1 1 0,-1-1 0,0 0 0,1 0 0,-1 1 0,0 0 0,0 0 0,0 1 0,0 0 0,0 0 0,0 0 0,0 0 0,0 0 0,1 1 0,-1-1 0,1 0 0,0 0 0,-1 0 0,1 0 0,0 1 0,0-1 0,0 0 0,1 0 0,-1 0 0,1 3 0,7 36 0,1 0 0,2 0 0,21 50 0,-8-23 0,104 278 0,-91-262 0,3-1 0,52 79 0,-73-137 0,0 0 0,26 25 0,9 10 0,-41-45 0,1-1 0,17 14 0,-19-18 0,-2-2 0,-20-24 0,-23-34 0,3-2 0,-36-81 0,49 97 0,-283-714-1078,77 172 270,53 205 732,-94-247 81,242 553-211,6 16 603,-25-53-1,35 90-244,-1 0 1,-1 0-1,0 1 0,-1 1 0,0-1 1,-1 1-1,-1 1 0,-14-14 0,23 24-152,1-1 0,-1 1 0,1 0 0,-1 0 0,0-1 0,0 1 0,1 0 0,-1 1 0,0-1 0,0 0 0,0 0 0,0 1 0,0-1 0,0 1 0,0 0 0,0 0 0,0-1 0,0 1 0,0 0 0,-2 1 0,3 0 0,-1 0 0,1-1 0,0 1 0,-1 0 0,1 1 0,0-1 0,0 0 0,0 0 0,0 0 0,0 1 0,0-1 0,0 0 0,0 1 0,1-1 0,-1 1 0,0-1 0,1 1 0,-1-1 0,1 1 0,0 0 0,0-1 0,-1 1 0,1 0 0,0-1 0,0 3 0,0 4 0,0 0 0,1 0 0,0 0 0,0 0 0,0 0 0,6 15 0,21 45 0,-19-48 0,97 204 0,-27-59 0,78 117 0,-66-128 0,-80-132 0,0 0 0,15 48 0,-25-70 0,-1 1 0,0 0 0,1 0 0,-1 0 0,0 1 0,1-1 0,-1 0 0,0 0 0,0 0 0,0 0 0,0 0 0,0 0 0,0 0 0,0 0 0,-1 0 0,1 0 0,0 0 0,-1 0 0,1 0 0,0 0 0,-1 0 0,1 0 0,-1 0 0,-1 1 0,1-1 0,0 0 0,0-1 0,0 1 0,-1-1 0,1 0 0,0 1 0,0-1 0,-1 0 0,1 0 0,0 0 0,-1 0 0,1 0 0,0 0 0,0 0 0,-1 0 0,1 0 0,-2-1 0,-7-2 0,0 0 0,0-1 0,-15-8 0,-75-49 0,15 7 0,2 6 0,3-4 0,1-3 0,3-3 0,3-4 0,3-3 0,2-3 0,-110-145 0,164 195 0,-108-157 0,93 130 0,-43-94 0,52 94 0,4 9 0,-19-62 0,35 97 0,0 1 0,-1 0 0,1 0 0,0-1 0,0 1 0,0 0 0,0-1 0,0 1 0,-1 0 0,1-1 0,0 1 0,0 0 0,0-1 0,0 1 0,0 0 0,0-1 0,0 1 0,0 0 0,0-1 0,1 1 0,-1 0 0,0-1 0,0 1 0,0 0 0,0-1 0,0 1 0,1 0 0,-1-1 0,0 1 0,0 0 0,0 0 0,1-1 0,-1 1 0,0 0 0,0 0 0,1 0 0,-1-1 0,0 1 0,1 0 0,-1 0 0,0 0 0,0 0 0,1-1 0,-1 1 0,0 0 0,1 0 0,-1 0 0,0 0 0,1 0 0,-1 0 0,0 0 0,1 0 0,-1 0 0,1 0 0,-1 0 0,0 0 0,1 0 0,-1 1 0,0-1 0,0 0 0,1 0 0,-1 0 0,0 0 0,1 1 0,-1-1 0,31 16 0,-31-15 0,324 210 0,192 159-746,-462-325 746,-2 3 0,-2 1 0,77 99 0,-126-146 16,1-1-1,-1 1 1,0 0 0,0 0-1,0-1 1,0 1-1,0 0 1,0 0-1,0 0 1,-1 0-1,1 0 1,-1 0-1,1 3 1,-1-4-8,0-1 1,0 1-1,0-1 1,-1 1-1,1-1 0,0 1 1,0-1-1,0 0 1,-1 1-1,1-1 0,0 1 1,-1-1-1,1 0 1,0 1-1,-1-1 1,1 0-1,0 1 0,-1-1 1,1 0-1,-1 0 1,1 0-1,-1 1 0,1-1 1,-22 2 193,2-4-183,0-1 1,1-2-1,-1 0 1,1-1-1,-28-12 0,35 13-11,-452-198-710,10-26-181,75 22 740,-285-137 166,3 107-23,-14 48 0,660 185 0,-337-83-165,250 66 82,-152-10 1,112 24-260,-1 6 0,-232 28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20CE03-6C3A-EB4D-A9B1-7EFD38B58412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57D50D-BAA9-464B-B391-243138E078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92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29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19197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C6A29-4676-420C-BBE3-ACC2B80F64D4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97097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402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2538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2949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FBF65-EFF5-E9E5-A754-8D29A2F52A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AB298A-2690-4607-6CB2-A0647BC47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76ADF6-D400-12A7-8DCB-4FAB23DB07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671DA-FD48-58BB-8A51-DF5276670E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9850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1098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6EB7C-0C45-8888-A453-A88EFCE19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1D1038-1E01-35E9-5ADF-DDF480248C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069CD0-0DDF-1FA7-BE50-109996B4A9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8F0090-3F3B-D1E0-FB59-F6D99EFBD0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0005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0A092-EBE7-1779-E35D-A23B070DF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4E93F5-BC6E-C924-46DD-74BA778461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8B504-78F7-B422-A52E-EEB6C4F904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F0F13-4C60-3A1E-4751-65D2AC1C2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1046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0281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36838-59E4-D710-E07E-3F91D87FF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E64C67-EF1E-E5AA-1755-5983A4E26D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6543EB-3568-17DE-4007-C1D7D96DD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96D03-17A6-4D34-FED6-944A4F317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69514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60916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18F8F-FAD6-5D93-F79C-D953C3974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EC5612-862C-CECE-4854-AC011BE06D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CAE21F-B90B-AF9E-AC96-52660B2836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08D7D6-B8CB-EB1F-AA3F-86F59B5C9E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584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73CD4-78DB-F8C9-2D59-2B085261B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7B65EB-7C8F-1B69-CE73-E1A84AE9A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AB2779-ABEF-5E95-3F72-CD99543A6F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0DFC6-35F0-66F1-981C-D8EF1269DB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9699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67394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68181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42647-0715-E2F9-7860-56ADE59E7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F1EDDB-DD9A-818D-62D4-5132C5BB72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66ED69-E604-FD2A-E135-431F8397E7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F08153-C7F2-04A4-039C-D3D57D90C0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57D50D-BAA9-464B-B391-243138E078D8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742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9429764-E305-A48D-5244-9BCD209022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8286859"/>
            <a:chOff x="0" y="1"/>
            <a:chExt cx="12192000" cy="8286859"/>
          </a:xfrm>
        </p:grpSpPr>
        <p:sp>
          <p:nvSpPr>
            <p:cNvPr id="7" name="Freeform 13">
              <a:extLst>
                <a:ext uri="{FF2B5EF4-FFF2-40B4-BE49-F238E27FC236}">
                  <a16:creationId xmlns:a16="http://schemas.microsoft.com/office/drawing/2014/main" id="{45F65CE3-2411-E8E5-B72E-F5CBEC4DDC55}"/>
                </a:ext>
              </a:extLst>
            </p:cNvPr>
            <p:cNvSpPr/>
            <p:nvPr userDrawn="1"/>
          </p:nvSpPr>
          <p:spPr>
            <a:xfrm>
              <a:off x="4000500" y="1087403"/>
              <a:ext cx="8191500" cy="5770597"/>
            </a:xfrm>
            <a:custGeom>
              <a:avLst/>
              <a:gdLst>
                <a:gd name="connsiteX0" fmla="*/ 4929467 w 8191500"/>
                <a:gd name="connsiteY0" fmla="*/ 0 h 5770597"/>
                <a:gd name="connsiteX1" fmla="*/ 8065066 w 8191500"/>
                <a:gd name="connsiteY1" fmla="*/ 1118513 h 5770597"/>
                <a:gd name="connsiteX2" fmla="*/ 8191500 w 8191500"/>
                <a:gd name="connsiteY2" fmla="*/ 1227339 h 5770597"/>
                <a:gd name="connsiteX3" fmla="*/ 8191500 w 8191500"/>
                <a:gd name="connsiteY3" fmla="*/ 5770597 h 5770597"/>
                <a:gd name="connsiteX4" fmla="*/ 79523 w 8191500"/>
                <a:gd name="connsiteY4" fmla="*/ 5770597 h 5770597"/>
                <a:gd name="connsiteX5" fmla="*/ 56799 w 8191500"/>
                <a:gd name="connsiteY5" fmla="*/ 5644158 h 5770597"/>
                <a:gd name="connsiteX6" fmla="*/ 0 w 8191500"/>
                <a:gd name="connsiteY6" fmla="*/ 4898209 h 5770597"/>
                <a:gd name="connsiteX7" fmla="*/ 4929467 w 8191500"/>
                <a:gd name="connsiteY7" fmla="*/ 0 h 5770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191500" h="5770597">
                  <a:moveTo>
                    <a:pt x="4929467" y="0"/>
                  </a:moveTo>
                  <a:cubicBezTo>
                    <a:pt x="6120547" y="0"/>
                    <a:pt x="7212963" y="419755"/>
                    <a:pt x="8065066" y="1118513"/>
                  </a:cubicBezTo>
                  <a:lnTo>
                    <a:pt x="8191500" y="1227339"/>
                  </a:lnTo>
                  <a:lnTo>
                    <a:pt x="8191500" y="5770597"/>
                  </a:lnTo>
                  <a:lnTo>
                    <a:pt x="79523" y="5770597"/>
                  </a:lnTo>
                  <a:lnTo>
                    <a:pt x="56799" y="5644158"/>
                  </a:lnTo>
                  <a:cubicBezTo>
                    <a:pt x="19398" y="5400934"/>
                    <a:pt x="0" y="5151822"/>
                    <a:pt x="0" y="4898209"/>
                  </a:cubicBezTo>
                  <a:cubicBezTo>
                    <a:pt x="0" y="2193003"/>
                    <a:pt x="2206998" y="0"/>
                    <a:pt x="492946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3B6B51B3-AA6C-9C5E-7032-5AEA05D4590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06241" y="183933"/>
              <a:ext cx="0" cy="1597708"/>
            </a:xfrm>
            <a:prstGeom prst="line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: Shape 13">
              <a:extLst>
                <a:ext uri="{FF2B5EF4-FFF2-40B4-BE49-F238E27FC236}">
                  <a16:creationId xmlns:a16="http://schemas.microsoft.com/office/drawing/2014/main" id="{4F28561D-5B3C-F08A-F7B5-48E6B74EAEBD}"/>
                </a:ext>
              </a:extLst>
            </p:cNvPr>
            <p:cNvSpPr/>
            <p:nvPr userDrawn="1"/>
          </p:nvSpPr>
          <p:spPr>
            <a:xfrm>
              <a:off x="5292348" y="1"/>
              <a:ext cx="2279742" cy="1267785"/>
            </a:xfrm>
            <a:custGeom>
              <a:avLst/>
              <a:gdLst>
                <a:gd name="connsiteX0" fmla="*/ 0 w 2279742"/>
                <a:gd name="connsiteY0" fmla="*/ 0 h 1267785"/>
                <a:gd name="connsiteX1" fmla="*/ 138700 w 2279742"/>
                <a:gd name="connsiteY1" fmla="*/ 0 h 1267785"/>
                <a:gd name="connsiteX2" fmla="*/ 138700 w 2279742"/>
                <a:gd name="connsiteY2" fmla="*/ 1078193 h 1267785"/>
                <a:gd name="connsiteX3" fmla="*/ 2002733 w 2279742"/>
                <a:gd name="connsiteY3" fmla="*/ 0 h 1267785"/>
                <a:gd name="connsiteX4" fmla="*/ 2279742 w 2279742"/>
                <a:gd name="connsiteY4" fmla="*/ 0 h 1267785"/>
                <a:gd name="connsiteX5" fmla="*/ 104026 w 2279742"/>
                <a:gd name="connsiteY5" fmla="*/ 1258503 h 1267785"/>
                <a:gd name="connsiteX6" fmla="*/ 69351 w 2279742"/>
                <a:gd name="connsiteY6" fmla="*/ 1267785 h 1267785"/>
                <a:gd name="connsiteX7" fmla="*/ 0 w 2279742"/>
                <a:gd name="connsiteY7" fmla="*/ 1198436 h 1267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79742" h="1267785">
                  <a:moveTo>
                    <a:pt x="0" y="0"/>
                  </a:moveTo>
                  <a:lnTo>
                    <a:pt x="138700" y="0"/>
                  </a:lnTo>
                  <a:lnTo>
                    <a:pt x="138700" y="1078193"/>
                  </a:lnTo>
                  <a:lnTo>
                    <a:pt x="2002733" y="0"/>
                  </a:lnTo>
                  <a:lnTo>
                    <a:pt x="2279742" y="0"/>
                  </a:lnTo>
                  <a:lnTo>
                    <a:pt x="104026" y="1258503"/>
                  </a:lnTo>
                  <a:cubicBezTo>
                    <a:pt x="93484" y="1264595"/>
                    <a:pt x="81523" y="1267796"/>
                    <a:pt x="69351" y="1267785"/>
                  </a:cubicBezTo>
                  <a:cubicBezTo>
                    <a:pt x="31049" y="1267785"/>
                    <a:pt x="0" y="1236737"/>
                    <a:pt x="0" y="1198436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7BD7FF70-44B7-E753-26CD-E228B56C2517}"/>
                </a:ext>
              </a:extLst>
            </p:cNvPr>
            <p:cNvSpPr/>
            <p:nvPr userDrawn="1"/>
          </p:nvSpPr>
          <p:spPr>
            <a:xfrm>
              <a:off x="10208695" y="1"/>
              <a:ext cx="1135066" cy="477997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F9EE857-93B9-ACF6-2AB4-2A29C4B94776}"/>
                </a:ext>
              </a:extLst>
            </p:cNvPr>
            <p:cNvSpPr/>
            <p:nvPr userDrawn="1"/>
          </p:nvSpPr>
          <p:spPr>
            <a:xfrm>
              <a:off x="1569044" y="514898"/>
              <a:ext cx="2393351" cy="232842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75030D84-5EEB-A095-3D43-0ED22BDB8406}"/>
                </a:ext>
              </a:extLst>
            </p:cNvPr>
            <p:cNvSpPr/>
            <p:nvPr userDrawn="1"/>
          </p:nvSpPr>
          <p:spPr>
            <a:xfrm flipH="1">
              <a:off x="0" y="2949740"/>
              <a:ext cx="1186451" cy="1771650"/>
            </a:xfrm>
            <a:custGeom>
              <a:avLst/>
              <a:gdLst>
                <a:gd name="connsiteX0" fmla="*/ 61913 w 1186451"/>
                <a:gd name="connsiteY0" fmla="*/ 0 h 1771650"/>
                <a:gd name="connsiteX1" fmla="*/ 1186451 w 1186451"/>
                <a:gd name="connsiteY1" fmla="*/ 0 h 1771650"/>
                <a:gd name="connsiteX2" fmla="*/ 1186451 w 1186451"/>
                <a:gd name="connsiteY2" fmla="*/ 123825 h 1771650"/>
                <a:gd name="connsiteX3" fmla="*/ 123825 w 1186451"/>
                <a:gd name="connsiteY3" fmla="*/ 123825 h 1771650"/>
                <a:gd name="connsiteX4" fmla="*/ 123825 w 1186451"/>
                <a:gd name="connsiteY4" fmla="*/ 1647825 h 1771650"/>
                <a:gd name="connsiteX5" fmla="*/ 1186451 w 1186451"/>
                <a:gd name="connsiteY5" fmla="*/ 1647825 h 1771650"/>
                <a:gd name="connsiteX6" fmla="*/ 1186451 w 1186451"/>
                <a:gd name="connsiteY6" fmla="*/ 1771650 h 1771650"/>
                <a:gd name="connsiteX7" fmla="*/ 61913 w 1186451"/>
                <a:gd name="connsiteY7" fmla="*/ 1771650 h 1771650"/>
                <a:gd name="connsiteX8" fmla="*/ 0 w 1186451"/>
                <a:gd name="connsiteY8" fmla="*/ 1709738 h 1771650"/>
                <a:gd name="connsiteX9" fmla="*/ 0 w 1186451"/>
                <a:gd name="connsiteY9" fmla="*/ 61913 h 1771650"/>
                <a:gd name="connsiteX10" fmla="*/ 61913 w 1186451"/>
                <a:gd name="connsiteY10" fmla="*/ 0 h 177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6451" h="1771650">
                  <a:moveTo>
                    <a:pt x="61913" y="0"/>
                  </a:moveTo>
                  <a:lnTo>
                    <a:pt x="1186451" y="0"/>
                  </a:lnTo>
                  <a:lnTo>
                    <a:pt x="1186451" y="123825"/>
                  </a:lnTo>
                  <a:lnTo>
                    <a:pt x="123825" y="123825"/>
                  </a:lnTo>
                  <a:lnTo>
                    <a:pt x="123825" y="1647825"/>
                  </a:lnTo>
                  <a:lnTo>
                    <a:pt x="1186451" y="1647825"/>
                  </a:lnTo>
                  <a:lnTo>
                    <a:pt x="1186451" y="1771650"/>
                  </a:lnTo>
                  <a:lnTo>
                    <a:pt x="61913" y="1771650"/>
                  </a:lnTo>
                  <a:cubicBezTo>
                    <a:pt x="27719" y="1771650"/>
                    <a:pt x="0" y="1743932"/>
                    <a:pt x="0" y="1709738"/>
                  </a:cubicBez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Arc 12">
              <a:extLst>
                <a:ext uri="{FF2B5EF4-FFF2-40B4-BE49-F238E27FC236}">
                  <a16:creationId xmlns:a16="http://schemas.microsoft.com/office/drawing/2014/main" id="{26E6DE3E-6851-19AD-2E60-22F006238173}"/>
                </a:ext>
              </a:extLst>
            </p:cNvPr>
            <p:cNvSpPr/>
            <p:nvPr userDrawn="1"/>
          </p:nvSpPr>
          <p:spPr>
            <a:xfrm rot="16200000">
              <a:off x="1539683" y="4203427"/>
              <a:ext cx="4083433" cy="4083433"/>
            </a:xfrm>
            <a:prstGeom prst="arc">
              <a:avLst/>
            </a:prstGeom>
            <a:ln w="127000" cap="rnd">
              <a:solidFill>
                <a:schemeClr val="accent4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84474" y="2949739"/>
            <a:ext cx="6261291" cy="2396686"/>
          </a:xfrm>
        </p:spPr>
        <p:txBody>
          <a:bodyPr anchor="b" anchorCtr="0">
            <a:noAutofit/>
          </a:bodyPr>
          <a:lstStyle>
            <a:lvl1pPr algn="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E96D25F-53A2-6217-84B4-7EB874F0B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89189" y="941148"/>
            <a:ext cx="11182430" cy="4797821"/>
            <a:chOff x="489189" y="941148"/>
            <a:chExt cx="11182430" cy="479782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A50FA62D-C8AE-52B8-1712-6116756D1A83}"/>
                </a:ext>
              </a:extLst>
            </p:cNvPr>
            <p:cNvSpPr/>
            <p:nvPr userDrawn="1"/>
          </p:nvSpPr>
          <p:spPr>
            <a:xfrm>
              <a:off x="489189" y="1119031"/>
              <a:ext cx="4619938" cy="461993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Arc 8">
              <a:extLst>
                <a:ext uri="{FF2B5EF4-FFF2-40B4-BE49-F238E27FC236}">
                  <a16:creationId xmlns:a16="http://schemas.microsoft.com/office/drawing/2014/main" id="{1D2D6A01-57CF-3C0B-968C-E5A8FD352320}"/>
                </a:ext>
              </a:extLst>
            </p:cNvPr>
            <p:cNvSpPr/>
            <p:nvPr userDrawn="1"/>
          </p:nvSpPr>
          <p:spPr>
            <a:xfrm rot="19809111">
              <a:off x="8683720" y="941148"/>
              <a:ext cx="2987899" cy="2987899"/>
            </a:xfrm>
            <a:prstGeom prst="arc">
              <a:avLst>
                <a:gd name="adj1" fmla="val 15817365"/>
                <a:gd name="adj2" fmla="val 1781380"/>
              </a:avLst>
            </a:prstGeom>
            <a:ln w="127000" cap="rnd">
              <a:solidFill>
                <a:schemeClr val="accent4"/>
              </a:solidFill>
              <a:prstDash val="dash"/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0BEFAA-C349-7DB1-1827-0FA48A430AD8}"/>
                </a:ext>
              </a:extLst>
            </p:cNvPr>
            <p:cNvSpPr/>
            <p:nvPr userDrawn="1"/>
          </p:nvSpPr>
          <p:spPr>
            <a:xfrm>
              <a:off x="910048" y="4780992"/>
              <a:ext cx="546100" cy="5461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57" y="1119031"/>
            <a:ext cx="4384736" cy="4619938"/>
          </a:xfrm>
        </p:spPr>
        <p:txBody>
          <a:bodyPr>
            <a:noAutofit/>
          </a:bodyPr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01708" y="554942"/>
            <a:ext cx="5552091" cy="5768220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9EF93C3C-09E9-6CD0-EF4B-6DE09539EE7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011782 w 12192000"/>
              <a:gd name="connsiteY0" fmla="*/ 4817511 h 6858000"/>
              <a:gd name="connsiteX1" fmla="*/ 8937059 w 12192000"/>
              <a:gd name="connsiteY1" fmla="*/ 4972626 h 6858000"/>
              <a:gd name="connsiteX2" fmla="*/ 8588084 w 12192000"/>
              <a:gd name="connsiteY2" fmla="*/ 5489438 h 6858000"/>
              <a:gd name="connsiteX3" fmla="*/ 8565206 w 12192000"/>
              <a:gd name="connsiteY3" fmla="*/ 5514611 h 6858000"/>
              <a:gd name="connsiteX4" fmla="*/ 8569944 w 12192000"/>
              <a:gd name="connsiteY4" fmla="*/ 5520198 h 6858000"/>
              <a:gd name="connsiteX5" fmla="*/ 8878607 w 12192000"/>
              <a:gd name="connsiteY5" fmla="*/ 5644582 h 6858000"/>
              <a:gd name="connsiteX6" fmla="*/ 9315123 w 12192000"/>
              <a:gd name="connsiteY6" fmla="*/ 5219907 h 6858000"/>
              <a:gd name="connsiteX7" fmla="*/ 9048519 w 12192000"/>
              <a:gd name="connsiteY7" fmla="*/ 4828605 h 6858000"/>
              <a:gd name="connsiteX8" fmla="*/ 6096000 w 12192000"/>
              <a:gd name="connsiteY8" fmla="*/ 200625 h 6858000"/>
              <a:gd name="connsiteX9" fmla="*/ 2867625 w 12192000"/>
              <a:gd name="connsiteY9" fmla="*/ 3429000 h 6858000"/>
              <a:gd name="connsiteX10" fmla="*/ 6096000 w 12192000"/>
              <a:gd name="connsiteY10" fmla="*/ 6657375 h 6858000"/>
              <a:gd name="connsiteX11" fmla="*/ 9324375 w 12192000"/>
              <a:gd name="connsiteY11" fmla="*/ 3429000 h 6858000"/>
              <a:gd name="connsiteX12" fmla="*/ 6096000 w 12192000"/>
              <a:gd name="connsiteY12" fmla="*/ 200625 h 6858000"/>
              <a:gd name="connsiteX13" fmla="*/ 0 w 12192000"/>
              <a:gd name="connsiteY13" fmla="*/ 0 h 6858000"/>
              <a:gd name="connsiteX14" fmla="*/ 12192000 w 12192000"/>
              <a:gd name="connsiteY14" fmla="*/ 0 h 6858000"/>
              <a:gd name="connsiteX15" fmla="*/ 12192000 w 12192000"/>
              <a:gd name="connsiteY15" fmla="*/ 6858000 h 6858000"/>
              <a:gd name="connsiteX16" fmla="*/ 0 w 12192000"/>
              <a:gd name="connsiteY1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2000" h="6858000">
                <a:moveTo>
                  <a:pt x="9011782" y="4817511"/>
                </a:moveTo>
                <a:lnTo>
                  <a:pt x="8937059" y="4972626"/>
                </a:lnTo>
                <a:cubicBezTo>
                  <a:pt x="8837255" y="5156349"/>
                  <a:pt x="8720206" y="5329344"/>
                  <a:pt x="8588084" y="5489438"/>
                </a:cubicBezTo>
                <a:lnTo>
                  <a:pt x="8565206" y="5514611"/>
                </a:lnTo>
                <a:lnTo>
                  <a:pt x="8569944" y="5520198"/>
                </a:lnTo>
                <a:cubicBezTo>
                  <a:pt x="8648938" y="5597049"/>
                  <a:pt x="8758066" y="5644582"/>
                  <a:pt x="8878607" y="5644582"/>
                </a:cubicBezTo>
                <a:cubicBezTo>
                  <a:pt x="9119688" y="5644582"/>
                  <a:pt x="9315123" y="5454449"/>
                  <a:pt x="9315123" y="5219907"/>
                </a:cubicBezTo>
                <a:cubicBezTo>
                  <a:pt x="9315123" y="5044001"/>
                  <a:pt x="9205191" y="4893074"/>
                  <a:pt x="9048519" y="4828605"/>
                </a:cubicBezTo>
                <a:close/>
                <a:moveTo>
                  <a:pt x="6096000" y="200625"/>
                </a:moveTo>
                <a:cubicBezTo>
                  <a:pt x="4313018" y="200625"/>
                  <a:pt x="2867625" y="1646018"/>
                  <a:pt x="2867625" y="3429000"/>
                </a:cubicBezTo>
                <a:cubicBezTo>
                  <a:pt x="2867625" y="5211982"/>
                  <a:pt x="4313018" y="6657375"/>
                  <a:pt x="6096000" y="6657375"/>
                </a:cubicBezTo>
                <a:cubicBezTo>
                  <a:pt x="7878982" y="6657375"/>
                  <a:pt x="9324375" y="5211982"/>
                  <a:pt x="9324375" y="3429000"/>
                </a:cubicBezTo>
                <a:cubicBezTo>
                  <a:pt x="9324375" y="1646018"/>
                  <a:pt x="7878982" y="200625"/>
                  <a:pt x="6096000" y="200625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id="{D5C3C4BD-DFDB-76B4-17CA-7DA4D1729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9366740" flipV="1">
            <a:off x="2557952" y="-89828"/>
            <a:ext cx="7173200" cy="7173200"/>
          </a:xfrm>
          <a:prstGeom prst="arc">
            <a:avLst>
              <a:gd name="adj1" fmla="val 16200000"/>
              <a:gd name="adj2" fmla="val 20401595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2B04B61C-6467-D51D-0AF4-5C7D05F36C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68168" y="923544"/>
            <a:ext cx="6455664" cy="5010912"/>
          </a:xfrm>
          <a:prstGeom prst="rect">
            <a:avLst/>
          </a:prstGeom>
          <a:noFill/>
        </p:spPr>
        <p:txBody>
          <a:bodyPr lIns="0" rIns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7A19F4B-D154-3EB2-F86A-9A63283A3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>
          <a:xfrm>
            <a:off x="8565206" y="4817511"/>
            <a:ext cx="749917" cy="827071"/>
          </a:xfrm>
          <a:custGeom>
            <a:avLst/>
            <a:gdLst>
              <a:gd name="connsiteX0" fmla="*/ 446576 w 749917"/>
              <a:gd name="connsiteY0" fmla="*/ 0 h 827071"/>
              <a:gd name="connsiteX1" fmla="*/ 483313 w 749917"/>
              <a:gd name="connsiteY1" fmla="*/ 11094 h 827071"/>
              <a:gd name="connsiteX2" fmla="*/ 749917 w 749917"/>
              <a:gd name="connsiteY2" fmla="*/ 402396 h 827071"/>
              <a:gd name="connsiteX3" fmla="*/ 313401 w 749917"/>
              <a:gd name="connsiteY3" fmla="*/ 827071 h 827071"/>
              <a:gd name="connsiteX4" fmla="*/ 4738 w 749917"/>
              <a:gd name="connsiteY4" fmla="*/ 702687 h 827071"/>
              <a:gd name="connsiteX5" fmla="*/ 0 w 749917"/>
              <a:gd name="connsiteY5" fmla="*/ 697100 h 827071"/>
              <a:gd name="connsiteX6" fmla="*/ 22878 w 749917"/>
              <a:gd name="connsiteY6" fmla="*/ 671927 h 827071"/>
              <a:gd name="connsiteX7" fmla="*/ 371853 w 749917"/>
              <a:gd name="connsiteY7" fmla="*/ 155115 h 827071"/>
              <a:gd name="connsiteX8" fmla="*/ 446576 w 749917"/>
              <a:gd name="connsiteY8" fmla="*/ 0 h 82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9917" h="827071">
                <a:moveTo>
                  <a:pt x="446576" y="0"/>
                </a:moveTo>
                <a:lnTo>
                  <a:pt x="483313" y="11094"/>
                </a:lnTo>
                <a:cubicBezTo>
                  <a:pt x="639985" y="75563"/>
                  <a:pt x="749917" y="226490"/>
                  <a:pt x="749917" y="402396"/>
                </a:cubicBezTo>
                <a:cubicBezTo>
                  <a:pt x="749917" y="636938"/>
                  <a:pt x="554482" y="827071"/>
                  <a:pt x="313401" y="827071"/>
                </a:cubicBezTo>
                <a:cubicBezTo>
                  <a:pt x="192860" y="827071"/>
                  <a:pt x="83732" y="779538"/>
                  <a:pt x="4738" y="702687"/>
                </a:cubicBezTo>
                <a:lnTo>
                  <a:pt x="0" y="697100"/>
                </a:lnTo>
                <a:lnTo>
                  <a:pt x="22878" y="671927"/>
                </a:lnTo>
                <a:cubicBezTo>
                  <a:pt x="155000" y="511833"/>
                  <a:pt x="272049" y="338838"/>
                  <a:pt x="371853" y="155115"/>
                </a:cubicBezTo>
                <a:lnTo>
                  <a:pt x="4465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8420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CB8A6E1-44B2-54E1-6460-1C9B27EE75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698912" cy="6858001"/>
            <a:chOff x="0" y="-1"/>
            <a:chExt cx="5698912" cy="6858001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22D7888-22FA-4AA1-9BA4-CC61D6643D47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BB6E464-8999-4773-A1F2-E6CAA990E572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EA14BE8-FDD0-4434-9C3E-BFF78C22D9E3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494E364-7EA8-4D92-915D-75D1A3A67C07}"/>
                </a:ext>
              </a:extLst>
            </p:cNvPr>
            <p:cNvSpPr/>
            <p:nvPr userDrawn="1"/>
          </p:nvSpPr>
          <p:spPr>
            <a:xfrm flipH="1">
              <a:off x="4132972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" name="Title 1">
            <a:extLst>
              <a:ext uri="{FF2B5EF4-FFF2-40B4-BE49-F238E27FC236}">
                <a16:creationId xmlns:a16="http://schemas.microsoft.com/office/drawing/2014/main" id="{4F9EBE3B-A856-C23C-4698-B764DF4BC7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2118" y="262762"/>
            <a:ext cx="5507421" cy="3649718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C9CB37-5251-201C-ACE3-FD69A00C77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7393" y="847600"/>
            <a:ext cx="4619625" cy="4617720"/>
          </a:xfrm>
          <a:prstGeom prst="ellipse">
            <a:avLst/>
          </a:prstGeom>
          <a:noFill/>
        </p:spPr>
        <p:txBody>
          <a:bodyPr tIns="54864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BF08299-9068-827D-783B-BFF5B95E957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222118" y="4058263"/>
            <a:ext cx="5507421" cy="214148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Font typeface="Arial" panose="020B0604020202020204" pitchFamily="34" charset="0"/>
              <a:buNone/>
              <a:defRPr sz="2400"/>
            </a:lvl1pPr>
            <a:lvl2pPr marL="228600">
              <a:lnSpc>
                <a:spcPct val="90000"/>
              </a:lnSpc>
              <a:buClr>
                <a:schemeClr val="accent2"/>
              </a:buClr>
              <a:defRPr sz="2000"/>
            </a:lvl2pPr>
            <a:lvl3pPr marL="457200">
              <a:lnSpc>
                <a:spcPct val="90000"/>
              </a:lnSpc>
              <a:buClr>
                <a:schemeClr val="accent2"/>
              </a:buClr>
              <a:defRPr sz="1800"/>
            </a:lvl3pPr>
            <a:lvl4pPr marL="685800">
              <a:lnSpc>
                <a:spcPct val="90000"/>
              </a:lnSpc>
              <a:buClr>
                <a:schemeClr val="accent2"/>
              </a:buClr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7468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04803"/>
            <a:ext cx="10515600" cy="1472974"/>
          </a:xfrm>
        </p:spPr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E3FB7D8D-37C3-E089-EC02-FB49A13CBE1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1838099"/>
            <a:ext cx="8012113" cy="4284889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800"/>
            </a:lvl1pPr>
            <a:lvl2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600"/>
            </a:lvl2pPr>
            <a:lvl3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400"/>
            </a:lvl3pPr>
            <a:lvl4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4pPr>
            <a:lvl5pPr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reeform: Shape 14">
            <a:extLst>
              <a:ext uri="{FF2B5EF4-FFF2-40B4-BE49-F238E27FC236}">
                <a16:creationId xmlns:a16="http://schemas.microsoft.com/office/drawing/2014/main" id="{438B6FA2-AF11-618E-2B1A-38BF083DF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-381048" y="5144407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13">
            <a:extLst>
              <a:ext uri="{FF2B5EF4-FFF2-40B4-BE49-F238E27FC236}">
                <a16:creationId xmlns:a16="http://schemas.microsoft.com/office/drawing/2014/main" id="{A269A8D8-A4AE-CEFF-E928-7DB1CFB3E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9">
            <a:extLst>
              <a:ext uri="{FF2B5EF4-FFF2-40B4-BE49-F238E27FC236}">
                <a16:creationId xmlns:a16="http://schemas.microsoft.com/office/drawing/2014/main" id="{15418837-E689-97BE-9FAD-FEDBD599EB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>
            <a:off x="11109434" y="3527042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5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7DF76A42-387B-8D66-1214-D40462070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40621" y="704193"/>
            <a:ext cx="2296455" cy="229645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2ACE818-46EF-547E-9315-A849483036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7652" y="0"/>
            <a:ext cx="8798419" cy="6816262"/>
            <a:chOff x="577652" y="-28502"/>
            <a:chExt cx="8798419" cy="6816262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9644D21-8793-9A96-F305-5D20EE342B26}"/>
                </a:ext>
              </a:extLst>
            </p:cNvPr>
            <p:cNvSpPr/>
            <p:nvPr userDrawn="1"/>
          </p:nvSpPr>
          <p:spPr>
            <a:xfrm>
              <a:off x="2815929" y="148929"/>
              <a:ext cx="6560142" cy="6560142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DF8D7AEF-C845-09F0-F31C-20B32BBA1EBA}"/>
                </a:ext>
              </a:extLst>
            </p:cNvPr>
            <p:cNvSpPr/>
            <p:nvPr userDrawn="1"/>
          </p:nvSpPr>
          <p:spPr>
            <a:xfrm rot="9222429" flipV="1">
              <a:off x="2494119" y="-28502"/>
              <a:ext cx="6816262" cy="6816262"/>
            </a:xfrm>
            <a:prstGeom prst="arc">
              <a:avLst>
                <a:gd name="adj1" fmla="val 16200000"/>
                <a:gd name="adj2" fmla="val 20093138"/>
              </a:avLst>
            </a:prstGeom>
            <a:ln w="127000" cap="rnd">
              <a:solidFill>
                <a:schemeClr val="accent4">
                  <a:alpha val="9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F9D44CB-887B-C74D-3E96-5607E84DAEFF}"/>
                </a:ext>
              </a:extLst>
            </p:cNvPr>
            <p:cNvSpPr/>
            <p:nvPr userDrawn="1"/>
          </p:nvSpPr>
          <p:spPr>
            <a:xfrm>
              <a:off x="577652" y="1085116"/>
              <a:ext cx="759403" cy="738802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9">
            <a:extLst>
              <a:ext uri="{FF2B5EF4-FFF2-40B4-BE49-F238E27FC236}">
                <a16:creationId xmlns:a16="http://schemas.microsoft.com/office/drawing/2014/main" id="{87D193F4-2337-0048-1BE7-C9A8154191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 flipH="1">
            <a:off x="936118" y="5508455"/>
            <a:ext cx="1082566" cy="1616525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EE4510-BCBA-C39A-BEF1-A391A3304F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1494655" y="5270490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349825"/>
            <a:ext cx="6560142" cy="3063149"/>
          </a:xfrm>
        </p:spPr>
        <p:txBody>
          <a:bodyPr anchor="ctr">
            <a:noAutofit/>
          </a:bodyPr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15929" y="4412973"/>
            <a:ext cx="6560142" cy="1935571"/>
          </a:xfrm>
        </p:spPr>
        <p:txBody>
          <a:bodyPr>
            <a:no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070940-5919-2C95-2278-32E50BF1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7D599-49CF-19FE-6D86-C5EDB765F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931DF1-1C8D-86B9-BFDD-098FFC00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4915163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FB01ADF-164A-96FB-0129-C2A0F0ED0A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6147896" y="1816916"/>
            <a:ext cx="5212080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0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63F0DD-A38B-64B8-7412-087B487E6D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2068464" cy="6857998"/>
            <a:chOff x="123536" y="2"/>
            <a:chExt cx="12068464" cy="6857998"/>
          </a:xfrm>
        </p:grpSpPr>
        <p:sp>
          <p:nvSpPr>
            <p:cNvPr id="12" name="Freeform: Shape 9">
              <a:extLst>
                <a:ext uri="{FF2B5EF4-FFF2-40B4-BE49-F238E27FC236}">
                  <a16:creationId xmlns:a16="http://schemas.microsoft.com/office/drawing/2014/main" id="{44CE2FB7-A856-E3C3-9798-73AAFB7901B8}"/>
                </a:ext>
              </a:extLst>
            </p:cNvPr>
            <p:cNvSpPr/>
            <p:nvPr userDrawn="1"/>
          </p:nvSpPr>
          <p:spPr>
            <a:xfrm>
              <a:off x="5671336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0">
              <a:extLst>
                <a:ext uri="{FF2B5EF4-FFF2-40B4-BE49-F238E27FC236}">
                  <a16:creationId xmlns:a16="http://schemas.microsoft.com/office/drawing/2014/main" id="{47ED62E5-894A-A8F9-A6DC-4A5C147CDE78}"/>
                </a:ext>
              </a:extLst>
            </p:cNvPr>
            <p:cNvSpPr/>
            <p:nvPr userDrawn="1"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4" name="Freeform: Shape 11">
              <a:extLst>
                <a:ext uri="{FF2B5EF4-FFF2-40B4-BE49-F238E27FC236}">
                  <a16:creationId xmlns:a16="http://schemas.microsoft.com/office/drawing/2014/main" id="{5C181CD4-C69B-2826-AF23-060D677248A9}"/>
                </a:ext>
              </a:extLst>
            </p:cNvPr>
            <p:cNvSpPr/>
            <p:nvPr userDrawn="1"/>
          </p:nvSpPr>
          <p:spPr>
            <a:xfrm rot="5400000">
              <a:off x="11328915" y="3872201"/>
              <a:ext cx="1214656" cy="511514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0538251-2B75-FA20-0F29-FB58583E6125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1" y="1825625"/>
            <a:ext cx="3108958" cy="429768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1pPr>
            <a:lvl2pPr marL="2857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65151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92583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6C49DD-8C29-93EA-04F4-22F84080DF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661820" y="1816916"/>
            <a:ext cx="6698156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2286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2pPr>
            <a:lvl3pPr marL="59436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86868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4pPr>
            <a:lvl5pPr marL="1143000" indent="-2286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reeform: Shape 11">
            <a:extLst>
              <a:ext uri="{FF2B5EF4-FFF2-40B4-BE49-F238E27FC236}">
                <a16:creationId xmlns:a16="http://schemas.microsoft.com/office/drawing/2014/main" id="{1E75594D-82D2-74F6-56EC-46FCD28CBE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94966" y="0"/>
            <a:ext cx="1214656" cy="511514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13">
            <a:extLst>
              <a:ext uri="{FF2B5EF4-FFF2-40B4-BE49-F238E27FC236}">
                <a16:creationId xmlns:a16="http://schemas.microsoft.com/office/drawing/2014/main" id="{FF4E0F5B-0892-2688-EFD3-284369DA50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097530" y="5590215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1D8715A-3067-732D-C410-868C7CCCF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6200000">
            <a:off x="982378" y="551212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807BCF9-2F5B-200E-2E6C-E177DB56E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7458"/>
            <a:ext cx="7083733" cy="6182202"/>
            <a:chOff x="0" y="7460"/>
            <a:chExt cx="7083733" cy="6182202"/>
          </a:xfrm>
        </p:grpSpPr>
        <p:sp>
          <p:nvSpPr>
            <p:cNvPr id="9" name="Freeform: Shape 14">
              <a:extLst>
                <a:ext uri="{FF2B5EF4-FFF2-40B4-BE49-F238E27FC236}">
                  <a16:creationId xmlns:a16="http://schemas.microsoft.com/office/drawing/2014/main" id="{7A624B2B-50FD-9351-987F-2E5A5472CAB6}"/>
                </a:ext>
              </a:extLst>
            </p:cNvPr>
            <p:cNvSpPr/>
            <p:nvPr userDrawn="1"/>
          </p:nvSpPr>
          <p:spPr>
            <a:xfrm rot="16200000">
              <a:off x="-388933" y="4841194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51E534EE-E0F1-2BD9-9A82-7656B90A2D9D}"/>
                </a:ext>
              </a:extLst>
            </p:cNvPr>
            <p:cNvSpPr/>
            <p:nvPr userDrawn="1"/>
          </p:nvSpPr>
          <p:spPr>
            <a:xfrm>
              <a:off x="6234405" y="7460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8437"/>
            <a:ext cx="5257800" cy="2324046"/>
          </a:xfrm>
        </p:spPr>
        <p:txBody>
          <a:bodyPr anchor="b" anchorCtr="0">
            <a:noAutofit/>
          </a:bodyPr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2657316"/>
            <a:ext cx="5257800" cy="336985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C013AD6-0EF3-2B25-DDBD-2DF706123A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3114" y="845068"/>
            <a:ext cx="5193792" cy="5193792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21BD3DB-6F51-C1AE-FF0E-D0BDCB55F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23536" y="2"/>
            <a:ext cx="11220225" cy="6857998"/>
            <a:chOff x="123536" y="2"/>
            <a:chExt cx="11220225" cy="6857998"/>
          </a:xfrm>
        </p:grpSpPr>
        <p:sp>
          <p:nvSpPr>
            <p:cNvPr id="12" name="Freeform: Shape 7">
              <a:extLst>
                <a:ext uri="{FF2B5EF4-FFF2-40B4-BE49-F238E27FC236}">
                  <a16:creationId xmlns:a16="http://schemas.microsoft.com/office/drawing/2014/main" id="{59903C17-0733-BE0C-7392-283FEC2E98B0}"/>
                </a:ext>
              </a:extLst>
            </p:cNvPr>
            <p:cNvSpPr/>
            <p:nvPr/>
          </p:nvSpPr>
          <p:spPr>
            <a:xfrm flipH="1">
              <a:off x="123536" y="5717905"/>
              <a:ext cx="1771609" cy="1140095"/>
            </a:xfrm>
            <a:custGeom>
              <a:avLst/>
              <a:gdLst>
                <a:gd name="connsiteX0" fmla="*/ 1561721 w 1771609"/>
                <a:gd name="connsiteY0" fmla="*/ 763041 h 1140095"/>
                <a:gd name="connsiteX1" fmla="*/ 1623024 w 1771609"/>
                <a:gd name="connsiteY1" fmla="*/ 792810 h 1140095"/>
                <a:gd name="connsiteX2" fmla="*/ 1711735 w 1771609"/>
                <a:gd name="connsiteY2" fmla="*/ 970132 h 1140095"/>
                <a:gd name="connsiteX3" fmla="*/ 1771609 w 1771609"/>
                <a:gd name="connsiteY3" fmla="*/ 1140095 h 1140095"/>
                <a:gd name="connsiteX4" fmla="*/ 1637225 w 1771609"/>
                <a:gd name="connsiteY4" fmla="*/ 1140095 h 1140095"/>
                <a:gd name="connsiteX5" fmla="*/ 1594820 w 1771609"/>
                <a:gd name="connsiteY5" fmla="*/ 1019711 h 1140095"/>
                <a:gd name="connsiteX6" fmla="*/ 1513200 w 1771609"/>
                <a:gd name="connsiteY6" fmla="*/ 856627 h 1140095"/>
                <a:gd name="connsiteX7" fmla="*/ 1538499 w 1771609"/>
                <a:gd name="connsiteY7" fmla="*/ 770415 h 1140095"/>
                <a:gd name="connsiteX8" fmla="*/ 1561721 w 1771609"/>
                <a:gd name="connsiteY8" fmla="*/ 763041 h 1140095"/>
                <a:gd name="connsiteX9" fmla="*/ 933455 w 1771609"/>
                <a:gd name="connsiteY9" fmla="*/ 161309 h 1140095"/>
                <a:gd name="connsiteX10" fmla="*/ 957797 w 1771609"/>
                <a:gd name="connsiteY10" fmla="*/ 167970 h 1140095"/>
                <a:gd name="connsiteX11" fmla="*/ 1286982 w 1771609"/>
                <a:gd name="connsiteY11" fmla="*/ 387616 h 1140095"/>
                <a:gd name="connsiteX12" fmla="*/ 1293725 w 1771609"/>
                <a:gd name="connsiteY12" fmla="*/ 477075 h 1140095"/>
                <a:gd name="connsiteX13" fmla="*/ 1245453 w 1771609"/>
                <a:gd name="connsiteY13" fmla="*/ 499154 h 1140095"/>
                <a:gd name="connsiteX14" fmla="*/ 1245167 w 1771609"/>
                <a:gd name="connsiteY14" fmla="*/ 499154 h 1140095"/>
                <a:gd name="connsiteX15" fmla="*/ 1203638 w 1771609"/>
                <a:gd name="connsiteY15" fmla="*/ 484104 h 1140095"/>
                <a:gd name="connsiteX16" fmla="*/ 900647 w 1771609"/>
                <a:gd name="connsiteY16" fmla="*/ 281508 h 1140095"/>
                <a:gd name="connsiteX17" fmla="*/ 872454 w 1771609"/>
                <a:gd name="connsiteY17" fmla="*/ 196164 h 1140095"/>
                <a:gd name="connsiteX18" fmla="*/ 933455 w 1771609"/>
                <a:gd name="connsiteY18" fmla="*/ 161309 h 1140095"/>
                <a:gd name="connsiteX19" fmla="*/ 256260 w 1771609"/>
                <a:gd name="connsiteY19" fmla="*/ 29 h 1140095"/>
                <a:gd name="connsiteX20" fmla="*/ 454020 w 1771609"/>
                <a:gd name="connsiteY20" fmla="*/ 13474 h 1140095"/>
                <a:gd name="connsiteX21" fmla="*/ 509236 w 1771609"/>
                <a:gd name="connsiteY21" fmla="*/ 84182 h 1140095"/>
                <a:gd name="connsiteX22" fmla="*/ 445829 w 1771609"/>
                <a:gd name="connsiteY22" fmla="*/ 139871 h 1140095"/>
                <a:gd name="connsiteX23" fmla="*/ 437447 w 1771609"/>
                <a:gd name="connsiteY23" fmla="*/ 139395 h 1140095"/>
                <a:gd name="connsiteX24" fmla="*/ 73211 w 1771609"/>
                <a:gd name="connsiteY24" fmla="*/ 137204 h 1140095"/>
                <a:gd name="connsiteX25" fmla="*/ 749 w 1771609"/>
                <a:gd name="connsiteY25" fmla="*/ 84082 h 1140095"/>
                <a:gd name="connsiteX26" fmla="*/ 53871 w 1771609"/>
                <a:gd name="connsiteY26" fmla="*/ 11621 h 1140095"/>
                <a:gd name="connsiteX27" fmla="*/ 58352 w 1771609"/>
                <a:gd name="connsiteY27" fmla="*/ 11093 h 1140095"/>
                <a:gd name="connsiteX28" fmla="*/ 256260 w 1771609"/>
                <a:gd name="connsiteY28" fmla="*/ 29 h 11400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71609" h="1140095">
                  <a:moveTo>
                    <a:pt x="1561721" y="763041"/>
                  </a:moveTo>
                  <a:cubicBezTo>
                    <a:pt x="1585506" y="760324"/>
                    <a:pt x="1609722" y="771249"/>
                    <a:pt x="1623024" y="792810"/>
                  </a:cubicBezTo>
                  <a:cubicBezTo>
                    <a:pt x="1656300" y="850065"/>
                    <a:pt x="1685920" y="909291"/>
                    <a:pt x="1711735" y="970132"/>
                  </a:cubicBezTo>
                  <a:lnTo>
                    <a:pt x="1771609" y="1140095"/>
                  </a:lnTo>
                  <a:lnTo>
                    <a:pt x="1637225" y="1140095"/>
                  </a:lnTo>
                  <a:lnTo>
                    <a:pt x="1594820" y="1019711"/>
                  </a:lnTo>
                  <a:cubicBezTo>
                    <a:pt x="1571072" y="963753"/>
                    <a:pt x="1543818" y="909282"/>
                    <a:pt x="1513200" y="856627"/>
                  </a:cubicBezTo>
                  <a:cubicBezTo>
                    <a:pt x="1496379" y="825834"/>
                    <a:pt x="1507704" y="787236"/>
                    <a:pt x="1538499" y="770415"/>
                  </a:cubicBezTo>
                  <a:cubicBezTo>
                    <a:pt x="1545912" y="766367"/>
                    <a:pt x="1553792" y="763946"/>
                    <a:pt x="1561721" y="763041"/>
                  </a:cubicBezTo>
                  <a:close/>
                  <a:moveTo>
                    <a:pt x="933455" y="161309"/>
                  </a:moveTo>
                  <a:cubicBezTo>
                    <a:pt x="941693" y="161855"/>
                    <a:pt x="949959" y="164025"/>
                    <a:pt x="957797" y="167970"/>
                  </a:cubicBezTo>
                  <a:cubicBezTo>
                    <a:pt x="1076184" y="227289"/>
                    <a:pt x="1186759" y="301068"/>
                    <a:pt x="1286982" y="387616"/>
                  </a:cubicBezTo>
                  <a:cubicBezTo>
                    <a:pt x="1313547" y="410457"/>
                    <a:pt x="1316566" y="450510"/>
                    <a:pt x="1293725" y="477075"/>
                  </a:cubicBezTo>
                  <a:cubicBezTo>
                    <a:pt x="1281638" y="491137"/>
                    <a:pt x="1263998" y="499204"/>
                    <a:pt x="1245453" y="499154"/>
                  </a:cubicBezTo>
                  <a:lnTo>
                    <a:pt x="1245167" y="499154"/>
                  </a:lnTo>
                  <a:cubicBezTo>
                    <a:pt x="1229965" y="499301"/>
                    <a:pt x="1215220" y="493956"/>
                    <a:pt x="1203638" y="484104"/>
                  </a:cubicBezTo>
                  <a:cubicBezTo>
                    <a:pt x="1111407" y="404300"/>
                    <a:pt x="1009633" y="336248"/>
                    <a:pt x="900647" y="281508"/>
                  </a:cubicBezTo>
                  <a:cubicBezTo>
                    <a:pt x="869295" y="265726"/>
                    <a:pt x="856672" y="227516"/>
                    <a:pt x="872454" y="196164"/>
                  </a:cubicBezTo>
                  <a:cubicBezTo>
                    <a:pt x="884290" y="172650"/>
                    <a:pt x="908742" y="159670"/>
                    <a:pt x="933455" y="161309"/>
                  </a:cubicBezTo>
                  <a:close/>
                  <a:moveTo>
                    <a:pt x="256260" y="29"/>
                  </a:moveTo>
                  <a:cubicBezTo>
                    <a:pt x="322331" y="427"/>
                    <a:pt x="388378" y="4909"/>
                    <a:pt x="454020" y="13474"/>
                  </a:cubicBezTo>
                  <a:cubicBezTo>
                    <a:pt x="488793" y="17752"/>
                    <a:pt x="513514" y="49409"/>
                    <a:pt x="509236" y="84182"/>
                  </a:cubicBezTo>
                  <a:cubicBezTo>
                    <a:pt x="505303" y="116151"/>
                    <a:pt x="478038" y="140098"/>
                    <a:pt x="445829" y="139871"/>
                  </a:cubicBezTo>
                  <a:cubicBezTo>
                    <a:pt x="443027" y="139899"/>
                    <a:pt x="440227" y="139740"/>
                    <a:pt x="437447" y="139395"/>
                  </a:cubicBezTo>
                  <a:cubicBezTo>
                    <a:pt x="316592" y="123615"/>
                    <a:pt x="194247" y="122878"/>
                    <a:pt x="73211" y="137204"/>
                  </a:cubicBezTo>
                  <a:cubicBezTo>
                    <a:pt x="38532" y="142545"/>
                    <a:pt x="6090" y="118762"/>
                    <a:pt x="749" y="84082"/>
                  </a:cubicBezTo>
                  <a:cubicBezTo>
                    <a:pt x="-4591" y="49403"/>
                    <a:pt x="19192" y="16961"/>
                    <a:pt x="53871" y="11621"/>
                  </a:cubicBezTo>
                  <a:cubicBezTo>
                    <a:pt x="55358" y="11392"/>
                    <a:pt x="56852" y="11216"/>
                    <a:pt x="58352" y="11093"/>
                  </a:cubicBezTo>
                  <a:cubicBezTo>
                    <a:pt x="124093" y="3319"/>
                    <a:pt x="190189" y="-369"/>
                    <a:pt x="256260" y="29"/>
                  </a:cubicBezTo>
                  <a:close/>
                </a:path>
              </a:pathLst>
            </a:custGeom>
            <a:solidFill>
              <a:schemeClr val="accent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1">
              <a:extLst>
                <a:ext uri="{FF2B5EF4-FFF2-40B4-BE49-F238E27FC236}">
                  <a16:creationId xmlns:a16="http://schemas.microsoft.com/office/drawing/2014/main" id="{898A3450-9C87-13ED-79CC-F4F65D14FF72}"/>
                </a:ext>
              </a:extLst>
            </p:cNvPr>
            <p:cNvSpPr/>
            <p:nvPr userDrawn="1"/>
          </p:nvSpPr>
          <p:spPr>
            <a:xfrm>
              <a:off x="10494433" y="2"/>
              <a:ext cx="849328" cy="357668"/>
            </a:xfrm>
            <a:custGeom>
              <a:avLst/>
              <a:gdLst>
                <a:gd name="connsiteX0" fmla="*/ 0 w 1135066"/>
                <a:gd name="connsiteY0" fmla="*/ 0 h 477997"/>
                <a:gd name="connsiteX1" fmla="*/ 1135066 w 1135066"/>
                <a:gd name="connsiteY1" fmla="*/ 0 h 477997"/>
                <a:gd name="connsiteX2" fmla="*/ 1133370 w 1135066"/>
                <a:gd name="connsiteY2" fmla="*/ 16827 h 477997"/>
                <a:gd name="connsiteX3" fmla="*/ 567533 w 1135066"/>
                <a:gd name="connsiteY3" fmla="*/ 477997 h 477997"/>
                <a:gd name="connsiteX4" fmla="*/ 1696 w 1135066"/>
                <a:gd name="connsiteY4" fmla="*/ 16827 h 4779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5066" h="477997">
                  <a:moveTo>
                    <a:pt x="0" y="0"/>
                  </a:moveTo>
                  <a:lnTo>
                    <a:pt x="1135066" y="0"/>
                  </a:lnTo>
                  <a:lnTo>
                    <a:pt x="1133370" y="16827"/>
                  </a:lnTo>
                  <a:cubicBezTo>
                    <a:pt x="1079514" y="280016"/>
                    <a:pt x="846644" y="477997"/>
                    <a:pt x="567533" y="477997"/>
                  </a:cubicBezTo>
                  <a:cubicBezTo>
                    <a:pt x="288422" y="477997"/>
                    <a:pt x="55552" y="280016"/>
                    <a:pt x="1696" y="16827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2882462" cy="4297678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038599" y="1825625"/>
            <a:ext cx="7315199" cy="429768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9FE4C84-13A1-72EA-6541-7C8FDDEA71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1563" y="5800859"/>
            <a:ext cx="692016" cy="692016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0468883-4E51-D3BD-E1C6-601ED9B6E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21438747" flipV="1">
            <a:off x="7967025" y="2530995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 9">
            <a:extLst>
              <a:ext uri="{FF2B5EF4-FFF2-40B4-BE49-F238E27FC236}">
                <a16:creationId xmlns:a16="http://schemas.microsoft.com/office/drawing/2014/main" id="{111AEF3F-9A86-45CE-4817-E3E6863DC0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>
            <a:off x="11764789" y="390570"/>
            <a:ext cx="437721" cy="797078"/>
          </a:xfrm>
          <a:custGeom>
            <a:avLst/>
            <a:gdLst>
              <a:gd name="connsiteX0" fmla="*/ 28069 w 437721"/>
              <a:gd name="connsiteY0" fmla="*/ 0 h 797078"/>
              <a:gd name="connsiteX1" fmla="*/ 437721 w 437721"/>
              <a:gd name="connsiteY1" fmla="*/ 398539 h 797078"/>
              <a:gd name="connsiteX2" fmla="*/ 28069 w 437721"/>
              <a:gd name="connsiteY2" fmla="*/ 797078 h 797078"/>
              <a:gd name="connsiteX3" fmla="*/ 0 w 437721"/>
              <a:gd name="connsiteY3" fmla="*/ 794325 h 797078"/>
              <a:gd name="connsiteX4" fmla="*/ 0 w 437721"/>
              <a:gd name="connsiteY4" fmla="*/ 2753 h 797078"/>
              <a:gd name="connsiteX5" fmla="*/ 28069 w 437721"/>
              <a:gd name="connsiteY5" fmla="*/ 0 h 797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37721" h="797078">
                <a:moveTo>
                  <a:pt x="28069" y="0"/>
                </a:moveTo>
                <a:cubicBezTo>
                  <a:pt x="254314" y="0"/>
                  <a:pt x="437721" y="178432"/>
                  <a:pt x="437721" y="398539"/>
                </a:cubicBezTo>
                <a:cubicBezTo>
                  <a:pt x="437721" y="618646"/>
                  <a:pt x="254314" y="797078"/>
                  <a:pt x="28069" y="797078"/>
                </a:cubicBezTo>
                <a:lnTo>
                  <a:pt x="0" y="794325"/>
                </a:lnTo>
                <a:lnTo>
                  <a:pt x="0" y="2753"/>
                </a:lnTo>
                <a:lnTo>
                  <a:pt x="28069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5A792C8-BB21-CDAF-668C-C1EFF45540C6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38200" y="1825625"/>
            <a:ext cx="6934200" cy="4297680"/>
          </a:xfr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>
              <a:spcBef>
                <a:spcPts val="500"/>
              </a:spcBef>
              <a:spcAft>
                <a:spcPts val="800"/>
              </a:spcAft>
              <a:buClr>
                <a:schemeClr val="accent2"/>
              </a:buClr>
              <a:defRPr sz="1800"/>
            </a:lvl2pPr>
            <a:lvl3pPr>
              <a:spcBef>
                <a:spcPts val="1000"/>
              </a:spcBef>
              <a:buClr>
                <a:schemeClr val="accent2"/>
              </a:buClr>
              <a:defRPr sz="1800"/>
            </a:lvl3pPr>
            <a:lvl4pPr>
              <a:spcBef>
                <a:spcPts val="1000"/>
              </a:spcBef>
              <a:buClr>
                <a:schemeClr val="accent2"/>
              </a:buClr>
              <a:defRPr sz="1800"/>
            </a:lvl4pPr>
            <a:lvl5pPr>
              <a:spcBef>
                <a:spcPts val="1000"/>
              </a:spcBef>
              <a:buClr>
                <a:schemeClr val="accent2"/>
              </a:buCl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latin typeface="Avenir Next LT Pro" panose="020B0504020202020204" pitchFamily="34" charset="77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DFB03A-367B-9ADA-8071-E22871EC115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7903029" y="1825625"/>
            <a:ext cx="3450771" cy="429768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1800"/>
            </a:lvl1pPr>
            <a:lvl2pPr marL="7429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/>
            </a:lvl3pPr>
            <a:lvl4pPr marL="15430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4pPr>
            <a:lvl5pPr marL="2000250" indent="-1714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838199" y="1825625"/>
            <a:ext cx="10515600" cy="429768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7B7232D-F1A6-B6C3-3BBF-E834CC7CD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5930138" cy="6858001"/>
            <a:chOff x="0" y="-1"/>
            <a:chExt cx="5930138" cy="6858001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D306340-6BFD-FE3D-535B-B59C1C44EDDA}"/>
                </a:ext>
              </a:extLst>
            </p:cNvPr>
            <p:cNvSpPr/>
            <p:nvPr userDrawn="1"/>
          </p:nvSpPr>
          <p:spPr>
            <a:xfrm>
              <a:off x="383877" y="778462"/>
              <a:ext cx="5315035" cy="531503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9" name="Freeform: Shape 11">
              <a:extLst>
                <a:ext uri="{FF2B5EF4-FFF2-40B4-BE49-F238E27FC236}">
                  <a16:creationId xmlns:a16="http://schemas.microsoft.com/office/drawing/2014/main" id="{338E6C4B-ABF3-8B7E-8DCF-A93F69C712B1}"/>
                </a:ext>
              </a:extLst>
            </p:cNvPr>
            <p:cNvSpPr/>
            <p:nvPr userDrawn="1"/>
          </p:nvSpPr>
          <p:spPr>
            <a:xfrm flipH="1">
              <a:off x="530529" y="0"/>
              <a:ext cx="1155142" cy="591009"/>
            </a:xfrm>
            <a:custGeom>
              <a:avLst/>
              <a:gdLst>
                <a:gd name="connsiteX0" fmla="*/ 1355 w 1155142"/>
                <a:gd name="connsiteY0" fmla="*/ 0 h 591009"/>
                <a:gd name="connsiteX1" fmla="*/ 1153787 w 1155142"/>
                <a:gd name="connsiteY1" fmla="*/ 0 h 591009"/>
                <a:gd name="connsiteX2" fmla="*/ 1155142 w 1155142"/>
                <a:gd name="connsiteY2" fmla="*/ 13438 h 591009"/>
                <a:gd name="connsiteX3" fmla="*/ 577571 w 1155142"/>
                <a:gd name="connsiteY3" fmla="*/ 591009 h 591009"/>
                <a:gd name="connsiteX4" fmla="*/ 0 w 1155142"/>
                <a:gd name="connsiteY4" fmla="*/ 13438 h 591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5142" h="591009">
                  <a:moveTo>
                    <a:pt x="1355" y="0"/>
                  </a:moveTo>
                  <a:lnTo>
                    <a:pt x="1153787" y="0"/>
                  </a:lnTo>
                  <a:lnTo>
                    <a:pt x="1155142" y="13438"/>
                  </a:lnTo>
                  <a:cubicBezTo>
                    <a:pt x="1155142" y="332422"/>
                    <a:pt x="896555" y="591009"/>
                    <a:pt x="577571" y="591009"/>
                  </a:cubicBezTo>
                  <a:cubicBezTo>
                    <a:pt x="258587" y="591009"/>
                    <a:pt x="0" y="332422"/>
                    <a:pt x="0" y="1343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Freeform: Shape 13">
              <a:extLst>
                <a:ext uri="{FF2B5EF4-FFF2-40B4-BE49-F238E27FC236}">
                  <a16:creationId xmlns:a16="http://schemas.microsoft.com/office/drawing/2014/main" id="{6F90F99F-B12A-E8F9-5A86-D76B201D6308}"/>
                </a:ext>
              </a:extLst>
            </p:cNvPr>
            <p:cNvSpPr/>
            <p:nvPr userDrawn="1"/>
          </p:nvSpPr>
          <p:spPr>
            <a:xfrm flipH="1">
              <a:off x="3961511" y="-1"/>
              <a:ext cx="1737401" cy="959536"/>
            </a:xfrm>
            <a:custGeom>
              <a:avLst/>
              <a:gdLst>
                <a:gd name="connsiteX0" fmla="*/ 0 w 1737401"/>
                <a:gd name="connsiteY0" fmla="*/ 0 h 959536"/>
                <a:gd name="connsiteX1" fmla="*/ 123825 w 1737401"/>
                <a:gd name="connsiteY1" fmla="*/ 0 h 959536"/>
                <a:gd name="connsiteX2" fmla="*/ 123825 w 1737401"/>
                <a:gd name="connsiteY2" fmla="*/ 790277 h 959536"/>
                <a:gd name="connsiteX3" fmla="*/ 1490095 w 1737401"/>
                <a:gd name="connsiteY3" fmla="*/ 0 h 959536"/>
                <a:gd name="connsiteX4" fmla="*/ 1737401 w 1737401"/>
                <a:gd name="connsiteY4" fmla="*/ 0 h 959536"/>
                <a:gd name="connsiteX5" fmla="*/ 92869 w 1737401"/>
                <a:gd name="connsiteY5" fmla="*/ 951249 h 959536"/>
                <a:gd name="connsiteX6" fmla="*/ 61913 w 1737401"/>
                <a:gd name="connsiteY6" fmla="*/ 959536 h 959536"/>
                <a:gd name="connsiteX7" fmla="*/ 0 w 1737401"/>
                <a:gd name="connsiteY7" fmla="*/ 897624 h 959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737401" h="959536">
                  <a:moveTo>
                    <a:pt x="0" y="0"/>
                  </a:moveTo>
                  <a:lnTo>
                    <a:pt x="123825" y="0"/>
                  </a:lnTo>
                  <a:lnTo>
                    <a:pt x="123825" y="790277"/>
                  </a:lnTo>
                  <a:lnTo>
                    <a:pt x="1490095" y="0"/>
                  </a:lnTo>
                  <a:lnTo>
                    <a:pt x="1737401" y="0"/>
                  </a:lnTo>
                  <a:lnTo>
                    <a:pt x="92869" y="951249"/>
                  </a:lnTo>
                  <a:cubicBezTo>
                    <a:pt x="83458" y="956688"/>
                    <a:pt x="72780" y="959546"/>
                    <a:pt x="61913" y="959536"/>
                  </a:cubicBezTo>
                  <a:cubicBezTo>
                    <a:pt x="27719" y="959536"/>
                    <a:pt x="0" y="931818"/>
                    <a:pt x="0" y="897624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Freeform: Shape 15">
              <a:extLst>
                <a:ext uri="{FF2B5EF4-FFF2-40B4-BE49-F238E27FC236}">
                  <a16:creationId xmlns:a16="http://schemas.microsoft.com/office/drawing/2014/main" id="{BFA99EFE-81BC-95EA-FA61-B7199AD98A74}"/>
                </a:ext>
              </a:extLst>
            </p:cNvPr>
            <p:cNvSpPr/>
            <p:nvPr userDrawn="1"/>
          </p:nvSpPr>
          <p:spPr>
            <a:xfrm flipH="1">
              <a:off x="0" y="2936831"/>
              <a:ext cx="159741" cy="552996"/>
            </a:xfrm>
            <a:custGeom>
              <a:avLst/>
              <a:gdLst>
                <a:gd name="connsiteX0" fmla="*/ 159741 w 159741"/>
                <a:gd name="connsiteY0" fmla="*/ 0 h 552996"/>
                <a:gd name="connsiteX1" fmla="*/ 159741 w 159741"/>
                <a:gd name="connsiteY1" fmla="*/ 552996 h 552996"/>
                <a:gd name="connsiteX2" fmla="*/ 141849 w 159741"/>
                <a:gd name="connsiteY2" fmla="*/ 543285 h 552996"/>
                <a:gd name="connsiteX3" fmla="*/ 0 w 159741"/>
                <a:gd name="connsiteY3" fmla="*/ 276498 h 552996"/>
                <a:gd name="connsiteX4" fmla="*/ 141849 w 159741"/>
                <a:gd name="connsiteY4" fmla="*/ 9711 h 5529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9741" h="552996">
                  <a:moveTo>
                    <a:pt x="159741" y="0"/>
                  </a:moveTo>
                  <a:lnTo>
                    <a:pt x="159741" y="552996"/>
                  </a:lnTo>
                  <a:lnTo>
                    <a:pt x="141849" y="543285"/>
                  </a:lnTo>
                  <a:cubicBezTo>
                    <a:pt x="56268" y="485467"/>
                    <a:pt x="0" y="387554"/>
                    <a:pt x="0" y="276498"/>
                  </a:cubicBezTo>
                  <a:cubicBezTo>
                    <a:pt x="0" y="165443"/>
                    <a:pt x="56268" y="67529"/>
                    <a:pt x="141849" y="9711"/>
                  </a:cubicBezTo>
                  <a:close/>
                </a:path>
              </a:pathLst>
            </a:custGeom>
            <a:solidFill>
              <a:schemeClr val="accent4"/>
            </a:solidFill>
            <a:ln w="1270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Freeform: Shape 17">
              <a:extLst>
                <a:ext uri="{FF2B5EF4-FFF2-40B4-BE49-F238E27FC236}">
                  <a16:creationId xmlns:a16="http://schemas.microsoft.com/office/drawing/2014/main" id="{DD9FC028-D877-28FE-C646-DBD85D932641}"/>
                </a:ext>
              </a:extLst>
            </p:cNvPr>
            <p:cNvSpPr/>
            <p:nvPr userDrawn="1"/>
          </p:nvSpPr>
          <p:spPr>
            <a:xfrm flipH="1">
              <a:off x="0" y="5835649"/>
              <a:ext cx="1548180" cy="1022351"/>
            </a:xfrm>
            <a:custGeom>
              <a:avLst/>
              <a:gdLst>
                <a:gd name="connsiteX0" fmla="*/ 61913 w 1548180"/>
                <a:gd name="connsiteY0" fmla="*/ 0 h 1022351"/>
                <a:gd name="connsiteX1" fmla="*/ 1548180 w 1548180"/>
                <a:gd name="connsiteY1" fmla="*/ 0 h 1022351"/>
                <a:gd name="connsiteX2" fmla="*/ 1548180 w 1548180"/>
                <a:gd name="connsiteY2" fmla="*/ 123825 h 1022351"/>
                <a:gd name="connsiteX3" fmla="*/ 123825 w 1548180"/>
                <a:gd name="connsiteY3" fmla="*/ 123825 h 1022351"/>
                <a:gd name="connsiteX4" fmla="*/ 123825 w 1548180"/>
                <a:gd name="connsiteY4" fmla="*/ 1022351 h 1022351"/>
                <a:gd name="connsiteX5" fmla="*/ 0 w 1548180"/>
                <a:gd name="connsiteY5" fmla="*/ 1022351 h 1022351"/>
                <a:gd name="connsiteX6" fmla="*/ 0 w 1548180"/>
                <a:gd name="connsiteY6" fmla="*/ 61913 h 1022351"/>
                <a:gd name="connsiteX7" fmla="*/ 61913 w 1548180"/>
                <a:gd name="connsiteY7" fmla="*/ 0 h 102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548180" h="1022351">
                  <a:moveTo>
                    <a:pt x="61913" y="0"/>
                  </a:moveTo>
                  <a:lnTo>
                    <a:pt x="1548180" y="0"/>
                  </a:lnTo>
                  <a:lnTo>
                    <a:pt x="1548180" y="123825"/>
                  </a:lnTo>
                  <a:lnTo>
                    <a:pt x="123825" y="123825"/>
                  </a:lnTo>
                  <a:lnTo>
                    <a:pt x="123825" y="1022351"/>
                  </a:lnTo>
                  <a:lnTo>
                    <a:pt x="0" y="1022351"/>
                  </a:lnTo>
                  <a:lnTo>
                    <a:pt x="0" y="61913"/>
                  </a:lnTo>
                  <a:cubicBezTo>
                    <a:pt x="0" y="27719"/>
                    <a:pt x="27719" y="0"/>
                    <a:pt x="61913" y="0"/>
                  </a:cubicBezTo>
                  <a:close/>
                </a:path>
              </a:pathLst>
            </a:custGeom>
            <a:solidFill>
              <a:schemeClr val="accent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Freeform: Shape 21">
              <a:extLst>
                <a:ext uri="{FF2B5EF4-FFF2-40B4-BE49-F238E27FC236}">
                  <a16:creationId xmlns:a16="http://schemas.microsoft.com/office/drawing/2014/main" id="{AA0AFFE9-F0C2-BDA0-BF87-9977706AB6A8}"/>
                </a:ext>
              </a:extLst>
            </p:cNvPr>
            <p:cNvSpPr/>
            <p:nvPr userDrawn="1"/>
          </p:nvSpPr>
          <p:spPr>
            <a:xfrm flipH="1">
              <a:off x="4364198" y="6258755"/>
              <a:ext cx="1565940" cy="599245"/>
            </a:xfrm>
            <a:custGeom>
              <a:avLst/>
              <a:gdLst>
                <a:gd name="connsiteX0" fmla="*/ 782970 w 1565940"/>
                <a:gd name="connsiteY0" fmla="*/ 0 h 599245"/>
                <a:gd name="connsiteX1" fmla="*/ 1528042 w 1565940"/>
                <a:gd name="connsiteY1" fmla="*/ 480469 h 599245"/>
                <a:gd name="connsiteX2" fmla="*/ 1565940 w 1565940"/>
                <a:gd name="connsiteY2" fmla="*/ 599245 h 599245"/>
                <a:gd name="connsiteX3" fmla="*/ 0 w 1565940"/>
                <a:gd name="connsiteY3" fmla="*/ 599245 h 599245"/>
                <a:gd name="connsiteX4" fmla="*/ 37898 w 1565940"/>
                <a:gd name="connsiteY4" fmla="*/ 480469 h 599245"/>
                <a:gd name="connsiteX5" fmla="*/ 782970 w 1565940"/>
                <a:gd name="connsiteY5" fmla="*/ 0 h 599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65940" h="599245">
                  <a:moveTo>
                    <a:pt x="782970" y="0"/>
                  </a:moveTo>
                  <a:cubicBezTo>
                    <a:pt x="1117910" y="0"/>
                    <a:pt x="1405287" y="198118"/>
                    <a:pt x="1528042" y="480469"/>
                  </a:cubicBezTo>
                  <a:lnTo>
                    <a:pt x="1565940" y="599245"/>
                  </a:lnTo>
                  <a:lnTo>
                    <a:pt x="0" y="599245"/>
                  </a:lnTo>
                  <a:lnTo>
                    <a:pt x="37898" y="480469"/>
                  </a:lnTo>
                  <a:cubicBezTo>
                    <a:pt x="160653" y="198118"/>
                    <a:pt x="448030" y="0"/>
                    <a:pt x="78297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876" y="764502"/>
            <a:ext cx="5315035" cy="5328996"/>
          </a:xfrm>
        </p:spPr>
        <p:txBody>
          <a:bodyPr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05455" y="755171"/>
            <a:ext cx="4619937" cy="5315035"/>
          </a:xfrm>
        </p:spPr>
        <p:txBody>
          <a:bodyPr anchor="ctr" anchorCtr="0">
            <a:normAutofit/>
          </a:bodyPr>
          <a:lstStyle>
            <a:lvl1pPr marL="0" indent="0">
              <a:spcBef>
                <a:spcPts val="1000"/>
              </a:spcBef>
              <a:spcAft>
                <a:spcPts val="800"/>
              </a:spcAft>
              <a:buNone/>
              <a:defRPr sz="2400"/>
            </a:lvl1pPr>
            <a:lvl2pPr marL="800100" indent="-3429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000"/>
            </a:lvl2pPr>
            <a:lvl3pPr marL="12001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/>
            </a:lvl3pPr>
            <a:lvl4pPr marL="16573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4pPr>
            <a:lvl5pPr marL="2114550" indent="-28575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1/21/2026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8" r:id="rId3"/>
    <p:sldLayoutId id="2147483667" r:id="rId4"/>
    <p:sldLayoutId id="2147483650" r:id="rId5"/>
    <p:sldLayoutId id="2147483649" r:id="rId6"/>
    <p:sldLayoutId id="2147483662" r:id="rId7"/>
    <p:sldLayoutId id="2147483663" r:id="rId8"/>
    <p:sldLayoutId id="2147483652" r:id="rId9"/>
    <p:sldLayoutId id="2147483666" r:id="rId10"/>
    <p:sldLayoutId id="2147483664" r:id="rId11"/>
    <p:sldLayoutId id="2147483665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customXml" Target="../ink/ink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gowrishankarp/newspaper-text-summarization-cnn-dailymail" TargetMode="External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jpeg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19397" y="1775399"/>
            <a:ext cx="6261291" cy="2396686"/>
          </a:xfrm>
          <a:noFill/>
        </p:spPr>
        <p:txBody>
          <a:bodyPr anchor="b">
            <a:noAutofit/>
          </a:bodyPr>
          <a:lstStyle/>
          <a:p>
            <a:r>
              <a:rPr lang="en-IN" sz="7200" dirty="0"/>
              <a:t>News Snap</a:t>
            </a:r>
            <a:endParaRPr lang="en-US" sz="7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8A103F-7C58-CF7E-7D30-14C7CCCDB366}"/>
              </a:ext>
            </a:extLst>
          </p:cNvPr>
          <p:cNvSpPr txBox="1"/>
          <p:nvPr/>
        </p:nvSpPr>
        <p:spPr>
          <a:xfrm>
            <a:off x="5866545" y="4466690"/>
            <a:ext cx="6503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“Instant, intelligent summaries of the news that matters”</a:t>
            </a:r>
          </a:p>
        </p:txBody>
      </p:sp>
      <p:pic>
        <p:nvPicPr>
          <p:cNvPr id="1026" name="Picture 2" descr="Doodle illustration of a man sitting on sofa reading newspaper 59017145 Vector Art at Vecteezy">
            <a:extLst>
              <a:ext uri="{FF2B5EF4-FFF2-40B4-BE49-F238E27FC236}">
                <a16:creationId xmlns:a16="http://schemas.microsoft.com/office/drawing/2014/main" id="{1F320E8A-5476-CD37-1D25-D4EB24F6BA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8695" y="3628019"/>
            <a:ext cx="2649536" cy="2859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426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2181D-911C-1343-7267-E35AC86CC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57" y="1119031"/>
            <a:ext cx="4384736" cy="4619938"/>
          </a:xfrm>
          <a:noFill/>
        </p:spPr>
        <p:txBody>
          <a:bodyPr>
            <a:noAutofit/>
          </a:bodyPr>
          <a:lstStyle/>
          <a:p>
            <a:r>
              <a:rPr lang="en-US" dirty="0"/>
              <a:t>Table of Contents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D126244-766F-6896-5315-BE2F78583959}"/>
                  </a:ext>
                </a:extLst>
              </p14:cNvPr>
              <p14:cNvContentPartPr/>
              <p14:nvPr/>
            </p14:nvContentPartPr>
            <p14:xfrm>
              <a:off x="1870099" y="277224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D126244-766F-6896-5315-BE2F785839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07099" y="214584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EFA56DD-81BD-E195-2B2D-C2D433402C22}"/>
                  </a:ext>
                </a:extLst>
              </p14:cNvPr>
              <p14:cNvContentPartPr/>
              <p14:nvPr/>
            </p14:nvContentPartPr>
            <p14:xfrm>
              <a:off x="9237859" y="799584"/>
              <a:ext cx="2579040" cy="14306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EFA56DD-81BD-E195-2B2D-C2D433402C2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175219" y="736944"/>
                <a:ext cx="2704680" cy="155628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EA8735-F1DC-1DE6-0A38-429B2F660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74993" y="277224"/>
            <a:ext cx="6517007" cy="6298485"/>
          </a:xfrm>
          <a:noFill/>
        </p:spPr>
        <p:txBody>
          <a:bodyPr>
            <a:normAutofit lnSpcReduction="10000"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Project Overview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Dataset Overview and Insights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Model Architecture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Data Preprocessing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Topic Modelling</a:t>
            </a:r>
          </a:p>
          <a:p>
            <a:pPr marL="1143000" lvl="1"/>
            <a:r>
              <a:rPr lang="en-US" b="1" dirty="0"/>
              <a:t>Training and evaluation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Sentiment Analysis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Summarization</a:t>
            </a:r>
          </a:p>
          <a:p>
            <a:pPr marL="1143000" lvl="1"/>
            <a:r>
              <a:rPr lang="en-US" b="1" dirty="0"/>
              <a:t>Training and evaluation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User Interface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Challenges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b="1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920724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513E45-4F5C-9394-1D42-7FB6C0170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65911" y="231939"/>
            <a:ext cx="3219833" cy="2141482"/>
          </a:xfrm>
        </p:spPr>
        <p:txBody>
          <a:bodyPr anchor="b">
            <a:normAutofit/>
          </a:bodyPr>
          <a:lstStyle/>
          <a:p>
            <a:r>
              <a:rPr lang="en-US" dirty="0"/>
              <a:t>Project</a:t>
            </a:r>
            <a:br>
              <a:rPr lang="en-US" dirty="0"/>
            </a:br>
            <a:r>
              <a:rPr lang="en-US" dirty="0"/>
              <a:t>Overview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C37F52-5C08-7C02-C9CA-E2AD930A95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3462" y="2974360"/>
            <a:ext cx="6864982" cy="1178024"/>
          </a:xfrm>
        </p:spPr>
        <p:txBody>
          <a:bodyPr>
            <a:normAutofit/>
          </a:bodyPr>
          <a:lstStyle/>
          <a:p>
            <a:r>
              <a:rPr lang="en-IN" sz="1800" b="1" dirty="0"/>
              <a:t>To develop an AI-powered news analysis system that generates short, clear, and informative summaries from lengthy news articles, enabling users to quickly understand key information without reading full reports.</a:t>
            </a:r>
            <a:endParaRPr lang="en-US" sz="1800" b="1" dirty="0"/>
          </a:p>
        </p:txBody>
      </p:sp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BC7DE555-784C-31D7-AAFA-C4F92E3B767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>
            <a:fillRect/>
          </a:stretch>
        </p:blipFill>
        <p:spPr/>
      </p:pic>
      <p:sp>
        <p:nvSpPr>
          <p:cNvPr id="15" name="Title 3">
            <a:extLst>
              <a:ext uri="{FF2B5EF4-FFF2-40B4-BE49-F238E27FC236}">
                <a16:creationId xmlns:a16="http://schemas.microsoft.com/office/drawing/2014/main" id="{0CE7C24F-E702-B770-6C8B-1B18194AC0BF}"/>
              </a:ext>
            </a:extLst>
          </p:cNvPr>
          <p:cNvSpPr txBox="1">
            <a:spLocks/>
          </p:cNvSpPr>
          <p:nvPr/>
        </p:nvSpPr>
        <p:spPr>
          <a:xfrm>
            <a:off x="5327018" y="2300521"/>
            <a:ext cx="3219833" cy="7082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Objective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BAA3B084-2A2C-59E0-517D-C58404FE5533}"/>
              </a:ext>
            </a:extLst>
          </p:cNvPr>
          <p:cNvSpPr txBox="1">
            <a:spLocks/>
          </p:cNvSpPr>
          <p:nvPr/>
        </p:nvSpPr>
        <p:spPr>
          <a:xfrm>
            <a:off x="5327018" y="4716518"/>
            <a:ext cx="6864982" cy="2141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b="1" dirty="0"/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A2CEEBFE-5742-F36F-02AD-67C1236B7A00}"/>
              </a:ext>
            </a:extLst>
          </p:cNvPr>
          <p:cNvSpPr txBox="1">
            <a:spLocks/>
          </p:cNvSpPr>
          <p:nvPr/>
        </p:nvSpPr>
        <p:spPr>
          <a:xfrm>
            <a:off x="5327018" y="3979060"/>
            <a:ext cx="3219833" cy="70821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Outcomes</a:t>
            </a: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23A2095F-2BE3-55DB-87F9-FCB777EF7A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7018" y="4617396"/>
            <a:ext cx="676220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Delivers concise and accurate news summaries using advanced NLP models.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Identifies dominant topics and overall sentiment to provide contextual understanding.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Enhances news consumption efficiency for users seeking quick and reliable insights.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93924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4803"/>
            <a:ext cx="10515600" cy="1472974"/>
          </a:xfrm>
          <a:noFill/>
        </p:spPr>
        <p:txBody>
          <a:bodyPr anchor="ctr"/>
          <a:lstStyle/>
          <a:p>
            <a:r>
              <a:rPr lang="en-US" dirty="0"/>
              <a:t>Dataset Overview and insights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D5CC1C-4806-C879-BA5C-5E95ECD6AEE0}"/>
              </a:ext>
            </a:extLst>
          </p:cNvPr>
          <p:cNvSpPr txBox="1"/>
          <p:nvPr/>
        </p:nvSpPr>
        <p:spPr>
          <a:xfrm>
            <a:off x="1385253" y="1450518"/>
            <a:ext cx="7190856" cy="12920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Avenir Next LT Pro" panose="020F0502020204030204" pitchFamily="34" charset="0"/>
              </a:rPr>
              <a:t>Dataset</a:t>
            </a:r>
            <a:r>
              <a:rPr lang="en-IN" b="1" dirty="0"/>
              <a:t>: </a:t>
            </a:r>
            <a:r>
              <a:rPr lang="en-IN" b="1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CNN-DailyMail News Text Summarization</a:t>
            </a:r>
            <a:endParaRPr lang="en-IN" b="1" dirty="0"/>
          </a:p>
          <a:p>
            <a:pPr>
              <a:lnSpc>
                <a:spcPct val="150000"/>
              </a:lnSpc>
            </a:pPr>
            <a:r>
              <a:rPr lang="en-IN" b="1" dirty="0">
                <a:latin typeface="Avenir Next LT Pro" panose="020F0502020204030204" pitchFamily="34" charset="0"/>
              </a:rPr>
              <a:t>Size</a:t>
            </a:r>
            <a:r>
              <a:rPr lang="en-IN" b="1" dirty="0"/>
              <a:t>: 287,113 rows x 3 columns (used First 63293 rows)</a:t>
            </a:r>
          </a:p>
          <a:p>
            <a:pPr>
              <a:lnSpc>
                <a:spcPct val="150000"/>
              </a:lnSpc>
            </a:pPr>
            <a:r>
              <a:rPr lang="en-IN" b="1" dirty="0">
                <a:latin typeface="Avenir Next LT Pro" panose="020F0502020204030204" pitchFamily="34" charset="0"/>
              </a:rPr>
              <a:t>Strengths</a:t>
            </a:r>
            <a:r>
              <a:rPr lang="en-IN" b="1" dirty="0"/>
              <a:t>: Journalist handmade Dataset, Easy to preprocess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182B81-E83B-223A-6E6A-AAA9297382C8}"/>
              </a:ext>
            </a:extLst>
          </p:cNvPr>
          <p:cNvSpPr txBox="1"/>
          <p:nvPr/>
        </p:nvSpPr>
        <p:spPr>
          <a:xfrm>
            <a:off x="1385253" y="2846492"/>
            <a:ext cx="7190856" cy="501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venir Next LT Pro" panose="020F0502020204030204" pitchFamily="34" charset="0"/>
              </a:rPr>
              <a:t>W</a:t>
            </a:r>
            <a:r>
              <a:rPr lang="en-IN" sz="2000" b="1" dirty="0">
                <a:latin typeface="Avenir Next LT Pro" panose="020F0502020204030204" pitchFamily="34" charset="0"/>
              </a:rPr>
              <a:t>hy this dataset?</a:t>
            </a:r>
            <a:endParaRPr lang="en-IN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6ECB7-7AAC-B122-5954-AD90AEE492A3}"/>
              </a:ext>
            </a:extLst>
          </p:cNvPr>
          <p:cNvSpPr txBox="1"/>
          <p:nvPr/>
        </p:nvSpPr>
        <p:spPr>
          <a:xfrm>
            <a:off x="1385253" y="3246125"/>
            <a:ext cx="9968547" cy="3005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Avenir Next LT Pro" panose="020F0502020204030204" pitchFamily="34" charset="0"/>
              </a:rPr>
              <a:t>Rich and Large-Scale Text Data</a:t>
            </a:r>
            <a:r>
              <a:rPr lang="en-IN" sz="1600" dirty="0">
                <a:latin typeface="Avenir Next LT Pro" panose="020F050202020403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Avenir Next LT Pro" panose="020F0502020204030204" pitchFamily="34" charset="0"/>
              </a:rPr>
              <a:t>The dataset contains over 2,00,000+ news articles, providing sufficient data for summarization models.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Avenir Next LT Pro" panose="020F0502020204030204" pitchFamily="34" charset="0"/>
              </a:rPr>
              <a:t>Designed for Text Summarization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Avenir Next LT Pro" panose="020F0502020204030204" pitchFamily="34" charset="0"/>
              </a:rPr>
              <a:t>Each article is paired with a human-written summary, making it well-suited for both extractive and abstractive text summarization tasks.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Avenir Next LT Pro" panose="020F0502020204030204" pitchFamily="34" charset="0"/>
              </a:rPr>
              <a:t>Real-World and Structured Content</a:t>
            </a:r>
          </a:p>
          <a:p>
            <a:pPr>
              <a:lnSpc>
                <a:spcPct val="150000"/>
              </a:lnSpc>
            </a:pPr>
            <a:r>
              <a:rPr lang="en-IN" sz="1600" dirty="0">
                <a:latin typeface="Avenir Next LT Pro" panose="020F0502020204030204" pitchFamily="34" charset="0"/>
              </a:rPr>
              <a:t>The news articles are professionally written, ensuring contextual coherence, linguistic accuracy, and real-world relevance.</a:t>
            </a:r>
            <a:endParaRPr lang="en-IN" sz="1600" dirty="0"/>
          </a:p>
        </p:txBody>
      </p:sp>
      <p:pic>
        <p:nvPicPr>
          <p:cNvPr id="2050" name="Picture 2" descr="Thinking gif Images - Free Download on Freepik">
            <a:extLst>
              <a:ext uri="{FF2B5EF4-FFF2-40B4-BE49-F238E27FC236}">
                <a16:creationId xmlns:a16="http://schemas.microsoft.com/office/drawing/2014/main" id="{319908AB-E9A3-C944-B8EA-E9656F55B7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11346" y="2787023"/>
            <a:ext cx="2118341" cy="2888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Dataset Images - Free Download on Freepik">
            <a:extLst>
              <a:ext uri="{FF2B5EF4-FFF2-40B4-BE49-F238E27FC236}">
                <a16:creationId xmlns:a16="http://schemas.microsoft.com/office/drawing/2014/main" id="{C54EA639-98BA-F417-BF5E-1DE0D2643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5612" y="594122"/>
            <a:ext cx="2261135" cy="2261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Black question mark Images - Free Download on Freepik">
            <a:extLst>
              <a:ext uri="{FF2B5EF4-FFF2-40B4-BE49-F238E27FC236}">
                <a16:creationId xmlns:a16="http://schemas.microsoft.com/office/drawing/2014/main" id="{A74BDAB5-9AD3-9526-C3E2-23067B4FE4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13" b="2903"/>
          <a:stretch>
            <a:fillRect/>
          </a:stretch>
        </p:blipFill>
        <p:spPr bwMode="auto">
          <a:xfrm>
            <a:off x="867075" y="2864882"/>
            <a:ext cx="547053" cy="6542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63CB3-2956-E8D2-C23D-A3BAA7295D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897425"/>
            <a:ext cx="6560142" cy="3063149"/>
          </a:xfrm>
          <a:noFill/>
        </p:spPr>
        <p:txBody>
          <a:bodyPr/>
          <a:lstStyle/>
          <a:p>
            <a:r>
              <a:rPr lang="en-US" dirty="0"/>
              <a:t>Model</a:t>
            </a:r>
            <a:br>
              <a:rPr lang="en-US" dirty="0"/>
            </a:br>
            <a:r>
              <a:rPr lang="en-US" dirty="0"/>
              <a:t>Architecture </a:t>
            </a:r>
          </a:p>
        </p:txBody>
      </p:sp>
    </p:spTree>
    <p:extLst>
      <p:ext uri="{BB962C8B-B14F-4D97-AF65-F5344CB8AC3E}">
        <p14:creationId xmlns:p14="http://schemas.microsoft.com/office/powerpoint/2010/main" val="3630989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9874B-BCA9-8420-1595-EDD1865A0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77003"/>
            <a:ext cx="10515600" cy="1325563"/>
          </a:xfrm>
          <a:noFill/>
        </p:spPr>
        <p:txBody>
          <a:bodyPr anchor="ctr"/>
          <a:lstStyle/>
          <a:p>
            <a:pPr algn="ctr"/>
            <a:r>
              <a:rPr lang="en-US" dirty="0"/>
              <a:t>Model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02A409-3712-A914-14E6-F59C63640B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06"/>
          <a:stretch>
            <a:fillRect/>
          </a:stretch>
        </p:blipFill>
        <p:spPr>
          <a:xfrm>
            <a:off x="1580021" y="911834"/>
            <a:ext cx="9135750" cy="337140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EA67F22-A37D-E5D9-341C-E6D03FFBFEF0}"/>
              </a:ext>
            </a:extLst>
          </p:cNvPr>
          <p:cNvSpPr/>
          <p:nvPr/>
        </p:nvSpPr>
        <p:spPr>
          <a:xfrm>
            <a:off x="0" y="5082139"/>
            <a:ext cx="2050181" cy="177586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425D29EF-0ED7-0BF0-A7FE-38FD469BCB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096" y="4217395"/>
            <a:ext cx="11179984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News text or document is provided as input to the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Text is cleaned, normalized, and prepared for analysis.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Summarization (BART)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fine-tuned BART model generates a concise abstractive summary.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Topic Modeling (NMF)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TF-IDF features are used with NMF to identify dominant topics.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Sentiment Analysis (VADER)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emotional tone of the text is classified as positive, neutral, or negative.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system presents the summary, extracted topics, and sentiment results.</a:t>
            </a:r>
          </a:p>
        </p:txBody>
      </p:sp>
    </p:spTree>
    <p:extLst>
      <p:ext uri="{BB962C8B-B14F-4D97-AF65-F5344CB8AC3E}">
        <p14:creationId xmlns:p14="http://schemas.microsoft.com/office/powerpoint/2010/main" val="11276497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51DC0-9363-0B05-BC9E-4869F669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45BE6-21BC-4290-0A78-D735FDB0B0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897425"/>
            <a:ext cx="6560142" cy="3063149"/>
          </a:xfrm>
          <a:noFill/>
        </p:spPr>
        <p:txBody>
          <a:bodyPr/>
          <a:lstStyle/>
          <a:p>
            <a:r>
              <a:rPr lang="en-US" dirty="0"/>
              <a:t>Data</a:t>
            </a:r>
            <a:br>
              <a:rPr lang="en-US" dirty="0"/>
            </a:br>
            <a:r>
              <a:rPr lang="en-US" dirty="0"/>
              <a:t>Preprocessing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54BCFF-F38A-D8C5-0548-8A56085919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8670" y="2281756"/>
            <a:ext cx="2284288" cy="229448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C25FBB-F91D-FCC7-F8B2-AAE2550FC7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27" y="2488485"/>
            <a:ext cx="1881027" cy="1881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222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C27C8-165C-5513-DB4B-9D840097C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703"/>
            <a:ext cx="10515600" cy="1325563"/>
          </a:xfrm>
          <a:noFill/>
        </p:spPr>
        <p:txBody>
          <a:bodyPr anchor="ctr"/>
          <a:lstStyle/>
          <a:p>
            <a:pPr algn="ctr"/>
            <a:r>
              <a:rPr lang="en-US" dirty="0"/>
              <a:t>Data Preprocessing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C4720DE-6892-61B8-7F3B-8EDB57CA6B9A}"/>
              </a:ext>
            </a:extLst>
          </p:cNvPr>
          <p:cNvSpPr txBox="1">
            <a:spLocks/>
          </p:cNvSpPr>
          <p:nvPr/>
        </p:nvSpPr>
        <p:spPr>
          <a:xfrm>
            <a:off x="5398466" y="1982212"/>
            <a:ext cx="7076658" cy="5370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151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583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tx1"/>
              </a:buClr>
            </a:pPr>
            <a:r>
              <a:rPr lang="en-US" dirty="0">
                <a:latin typeface="Avenir Next LT Pro" panose="020B0504020202020204" pitchFamily="34" charset="0"/>
              </a:rPr>
              <a:t>Inspected the structure and quality of the data using df.info()</a:t>
            </a:r>
            <a:endParaRPr lang="en-IN" dirty="0">
              <a:effectLst/>
              <a:latin typeface="Avenir Next LT Pro" panose="020B0504020202020204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A2C4D8E-A724-61CD-2FAD-F77946011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243" y="1125412"/>
            <a:ext cx="4448796" cy="2038635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0B0298BB-E178-9618-FAB4-888F26FB2863}"/>
              </a:ext>
            </a:extLst>
          </p:cNvPr>
          <p:cNvSpPr txBox="1">
            <a:spLocks/>
          </p:cNvSpPr>
          <p:nvPr/>
        </p:nvSpPr>
        <p:spPr>
          <a:xfrm>
            <a:off x="1049152" y="3429000"/>
            <a:ext cx="2560020" cy="894245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200" dirty="0"/>
              <a:t>Data Cleaning</a:t>
            </a:r>
          </a:p>
        </p:txBody>
      </p:sp>
      <p:sp>
        <p:nvSpPr>
          <p:cNvPr id="14" name="Content Placeholder 4">
            <a:extLst>
              <a:ext uri="{FF2B5EF4-FFF2-40B4-BE49-F238E27FC236}">
                <a16:creationId xmlns:a16="http://schemas.microsoft.com/office/drawing/2014/main" id="{7C0BB7C3-9D8D-FA64-FBEF-B928951FA687}"/>
              </a:ext>
            </a:extLst>
          </p:cNvPr>
          <p:cNvSpPr txBox="1">
            <a:spLocks/>
          </p:cNvSpPr>
          <p:nvPr/>
        </p:nvSpPr>
        <p:spPr>
          <a:xfrm>
            <a:off x="178790" y="4157647"/>
            <a:ext cx="3550729" cy="18630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151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583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Converted text to Lower Case</a:t>
            </a:r>
          </a:p>
          <a:p>
            <a:r>
              <a:rPr lang="en-IN" b="1" dirty="0"/>
              <a:t>Removed non-alphabetic characters</a:t>
            </a:r>
          </a:p>
          <a:p>
            <a:r>
              <a:rPr lang="en-IN" b="1" dirty="0"/>
              <a:t>Remove extra whitespace</a:t>
            </a:r>
          </a:p>
          <a:p>
            <a:endParaRPr lang="en-IN" sz="1600" b="1" dirty="0"/>
          </a:p>
          <a:p>
            <a:endParaRPr lang="en-IN" sz="1600" b="1" dirty="0"/>
          </a:p>
          <a:p>
            <a:endParaRPr lang="en-US" sz="1600" b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A639FEC-AD6D-8F02-11E8-60FB7F5DAB57}"/>
              </a:ext>
            </a:extLst>
          </p:cNvPr>
          <p:cNvCxnSpPr>
            <a:cxnSpLocks/>
          </p:cNvCxnSpPr>
          <p:nvPr/>
        </p:nvCxnSpPr>
        <p:spPr>
          <a:xfrm>
            <a:off x="3802817" y="4857981"/>
            <a:ext cx="997021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Content Placeholder 4">
            <a:extLst>
              <a:ext uri="{FF2B5EF4-FFF2-40B4-BE49-F238E27FC236}">
                <a16:creationId xmlns:a16="http://schemas.microsoft.com/office/drawing/2014/main" id="{12E73422-A177-6F63-38E5-8D042600E075}"/>
              </a:ext>
            </a:extLst>
          </p:cNvPr>
          <p:cNvSpPr txBox="1">
            <a:spLocks/>
          </p:cNvSpPr>
          <p:nvPr/>
        </p:nvSpPr>
        <p:spPr>
          <a:xfrm>
            <a:off x="3518614" y="4511738"/>
            <a:ext cx="1565425" cy="346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151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583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1600" b="1" dirty="0"/>
              <a:t>Cleaned Text</a:t>
            </a:r>
            <a:endParaRPr lang="en-US" sz="1400" b="1" dirty="0"/>
          </a:p>
        </p:txBody>
      </p:sp>
      <p:sp>
        <p:nvSpPr>
          <p:cNvPr id="25" name="Content Placeholder 4">
            <a:extLst>
              <a:ext uri="{FF2B5EF4-FFF2-40B4-BE49-F238E27FC236}">
                <a16:creationId xmlns:a16="http://schemas.microsoft.com/office/drawing/2014/main" id="{DD470547-EDEC-F766-841F-8C1D80B311B4}"/>
              </a:ext>
            </a:extLst>
          </p:cNvPr>
          <p:cNvSpPr txBox="1">
            <a:spLocks/>
          </p:cNvSpPr>
          <p:nvPr/>
        </p:nvSpPr>
        <p:spPr>
          <a:xfrm>
            <a:off x="5157337" y="4157644"/>
            <a:ext cx="4372663" cy="186300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151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583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Converted text to word tokens using </a:t>
            </a:r>
            <a:r>
              <a:rPr lang="en-IN" b="1" dirty="0">
                <a:latin typeface="Avenir Next LT Pro" panose="020B0504020202020204" pitchFamily="34" charset="0"/>
              </a:rPr>
              <a:t>Word Tokenization</a:t>
            </a:r>
          </a:p>
          <a:p>
            <a:r>
              <a:rPr lang="en-IN" b="1" dirty="0"/>
              <a:t>Removed Stop words</a:t>
            </a:r>
          </a:p>
          <a:p>
            <a:r>
              <a:rPr lang="en-IN" b="1" dirty="0"/>
              <a:t>Converted Tokens to their respective Dictionary Form using </a:t>
            </a:r>
            <a:r>
              <a:rPr lang="en-IN" b="1" dirty="0">
                <a:latin typeface="Avenir Next LT Pro" panose="020B0504020202020204" pitchFamily="34" charset="0"/>
              </a:rPr>
              <a:t>Lemmatization</a:t>
            </a:r>
          </a:p>
          <a:p>
            <a:endParaRPr lang="en-IN" sz="1600" b="1" dirty="0"/>
          </a:p>
          <a:p>
            <a:endParaRPr lang="en-IN" sz="1600" b="1" dirty="0"/>
          </a:p>
          <a:p>
            <a:endParaRPr lang="en-US" sz="1600" b="1" dirty="0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F44FA1A-2F58-F69B-A5C2-B8BA9AF36846}"/>
              </a:ext>
            </a:extLst>
          </p:cNvPr>
          <p:cNvCxnSpPr>
            <a:cxnSpLocks/>
          </p:cNvCxnSpPr>
          <p:nvPr/>
        </p:nvCxnSpPr>
        <p:spPr>
          <a:xfrm>
            <a:off x="8805863" y="4857981"/>
            <a:ext cx="997021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Content Placeholder 4">
            <a:extLst>
              <a:ext uri="{FF2B5EF4-FFF2-40B4-BE49-F238E27FC236}">
                <a16:creationId xmlns:a16="http://schemas.microsoft.com/office/drawing/2014/main" id="{09B1E279-2805-A1F5-E6B5-1089140D75CC}"/>
              </a:ext>
            </a:extLst>
          </p:cNvPr>
          <p:cNvSpPr txBox="1">
            <a:spLocks/>
          </p:cNvSpPr>
          <p:nvPr/>
        </p:nvSpPr>
        <p:spPr>
          <a:xfrm>
            <a:off x="9603298" y="4684859"/>
            <a:ext cx="2850460" cy="5370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151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583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IN" sz="2000" b="1" dirty="0">
                <a:latin typeface="Avenir Next LT Pro" panose="020B0504020202020204" pitchFamily="34" charset="0"/>
              </a:rPr>
              <a:t>Preprocessed Text</a:t>
            </a:r>
            <a:endParaRPr lang="en-US" b="1" dirty="0">
              <a:latin typeface="Avenir Next LT Pro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6091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E303A-2863-ECCB-511A-C2CCF0DEB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31D18-BB9F-396E-694A-00FF452631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897425"/>
            <a:ext cx="6560142" cy="3063149"/>
          </a:xfrm>
          <a:noFill/>
        </p:spPr>
        <p:txBody>
          <a:bodyPr/>
          <a:lstStyle/>
          <a:p>
            <a:r>
              <a:rPr lang="en-US" dirty="0"/>
              <a:t>Topic Modeling</a:t>
            </a:r>
          </a:p>
        </p:txBody>
      </p:sp>
    </p:spTree>
    <p:extLst>
      <p:ext uri="{BB962C8B-B14F-4D97-AF65-F5344CB8AC3E}">
        <p14:creationId xmlns:p14="http://schemas.microsoft.com/office/powerpoint/2010/main" val="1614157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2D12D6-7429-E536-7B8E-062A43747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44B7C-88A7-CA41-1695-AB35FFD51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703"/>
            <a:ext cx="10515600" cy="1325563"/>
          </a:xfrm>
          <a:noFill/>
        </p:spPr>
        <p:txBody>
          <a:bodyPr anchor="ctr"/>
          <a:lstStyle/>
          <a:p>
            <a:pPr algn="ctr"/>
            <a:r>
              <a:rPr lang="en-US" dirty="0"/>
              <a:t>Topic Modeling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978ED63-4ECB-9F70-CD02-4934ED851C8A}"/>
              </a:ext>
            </a:extLst>
          </p:cNvPr>
          <p:cNvSpPr txBox="1">
            <a:spLocks/>
          </p:cNvSpPr>
          <p:nvPr/>
        </p:nvSpPr>
        <p:spPr>
          <a:xfrm>
            <a:off x="369294" y="1624813"/>
            <a:ext cx="4267726" cy="894245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Latent Dirichlet Allocation(LDA)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F2F0D4-BE37-4E99-5503-C4184BC0E9E6}"/>
              </a:ext>
            </a:extLst>
          </p:cNvPr>
          <p:cNvSpPr txBox="1">
            <a:spLocks/>
          </p:cNvSpPr>
          <p:nvPr/>
        </p:nvSpPr>
        <p:spPr>
          <a:xfrm>
            <a:off x="-268840" y="1101756"/>
            <a:ext cx="12729680" cy="537021"/>
          </a:xfrm>
          <a:prstGeom prst="rect">
            <a:avLst/>
          </a:prstGeom>
          <a:noFill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857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151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2583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Clr>
                <a:schemeClr val="tx1"/>
              </a:buClr>
              <a:buNone/>
            </a:pPr>
            <a:r>
              <a:rPr lang="en-IN" b="1" dirty="0"/>
              <a:t>Topic </a:t>
            </a:r>
            <a:r>
              <a:rPr lang="en-IN" b="1" dirty="0" err="1"/>
              <a:t>Modeling</a:t>
            </a:r>
            <a:r>
              <a:rPr lang="en-IN" dirty="0"/>
              <a:t> is a method used to identify the main topics or themes present in a set of text documents</a:t>
            </a:r>
            <a:endParaRPr lang="en-IN" dirty="0">
              <a:effectLst/>
              <a:latin typeface="Avenir Next LT Pro" panose="020B05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694767-CA1F-3DA1-5E9E-6628392A5F2C}"/>
              </a:ext>
            </a:extLst>
          </p:cNvPr>
          <p:cNvSpPr txBox="1">
            <a:spLocks/>
          </p:cNvSpPr>
          <p:nvPr/>
        </p:nvSpPr>
        <p:spPr>
          <a:xfrm>
            <a:off x="7332908" y="1624813"/>
            <a:ext cx="3626777" cy="894245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/>
              <a:t>Non-Negative Matrix Factorization(NMF)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B3D7D63-37C5-43EB-6EFA-B1238B83C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359" y="2588710"/>
            <a:ext cx="5911641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Preprocess the </a:t>
            </a:r>
            <a:r>
              <a:rPr lang="en-US" altLang="en-US" dirty="0">
                <a:latin typeface="Arial" panose="020B0604020202020204" pitchFamily="34" charset="0"/>
              </a:rPr>
              <a:t>text documents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text into numerical form (bag-of-words)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Assume each document contains multiple topics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 words to topics based on probability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Iteratively refine topic–word and document–topic distributions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Output the final topics with their most important words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B4F93B5A-99DA-435C-EBA1-CACD2378B8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264" y="2588710"/>
            <a:ext cx="5911641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dirty="0">
                <a:latin typeface="Arial" panose="020B0604020202020204" pitchFamily="34" charset="0"/>
              </a:rPr>
              <a:t>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reprocess the text documents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 text into TF-IDF feature vectors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Non-Negative Matrix Factorization (NMF)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Decompose the document–term matrix into topic and word matrices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dominant topics based on highest weights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 top keywords representing each topic</a:t>
            </a:r>
          </a:p>
        </p:txBody>
      </p:sp>
    </p:spTree>
    <p:extLst>
      <p:ext uri="{BB962C8B-B14F-4D97-AF65-F5344CB8AC3E}">
        <p14:creationId xmlns:p14="http://schemas.microsoft.com/office/powerpoint/2010/main" val="1197694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A15DE-D135-0710-9984-A0A55E96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5581" y="406928"/>
            <a:ext cx="6620838" cy="847795"/>
          </a:xfrm>
          <a:noFill/>
        </p:spPr>
        <p:txBody>
          <a:bodyPr anchor="b"/>
          <a:lstStyle/>
          <a:p>
            <a:pPr algn="ctr"/>
            <a:r>
              <a:rPr lang="en-US" dirty="0"/>
              <a:t>Training and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8AA23-D8D0-93BE-5C5F-103A750B0D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30436" y="1276547"/>
            <a:ext cx="9989797" cy="71959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Trained both LDA and NMF Models and evaluated their performance using Coherence Scores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43A056C2-75C7-8D3E-A046-E8EA6848A9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740" y="1609551"/>
            <a:ext cx="6164929" cy="44151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DBE1F7-6279-D033-ED04-3E98AD8A3F80}"/>
              </a:ext>
            </a:extLst>
          </p:cNvPr>
          <p:cNvSpPr txBox="1"/>
          <p:nvPr/>
        </p:nvSpPr>
        <p:spPr>
          <a:xfrm>
            <a:off x="7870004" y="2856217"/>
            <a:ext cx="412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Coherence = 0.784 at K (Topics) = 25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DE7341A-D71E-B2A3-630B-766619870C7C}"/>
              </a:ext>
            </a:extLst>
          </p:cNvPr>
          <p:cNvSpPr txBox="1">
            <a:spLocks/>
          </p:cNvSpPr>
          <p:nvPr/>
        </p:nvSpPr>
        <p:spPr>
          <a:xfrm>
            <a:off x="7139734" y="2355945"/>
            <a:ext cx="2651538" cy="500272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For NMF Model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797ACC-8731-4E5B-6415-15E506C2CDD9}"/>
              </a:ext>
            </a:extLst>
          </p:cNvPr>
          <p:cNvSpPr txBox="1"/>
          <p:nvPr/>
        </p:nvSpPr>
        <p:spPr>
          <a:xfrm>
            <a:off x="7870004" y="3817118"/>
            <a:ext cx="4126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Coherence = 0.586 at K (Topics) = 20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AACE7B5-96D6-D101-EC5B-64DC68B4AC5D}"/>
              </a:ext>
            </a:extLst>
          </p:cNvPr>
          <p:cNvSpPr txBox="1">
            <a:spLocks/>
          </p:cNvSpPr>
          <p:nvPr/>
        </p:nvSpPr>
        <p:spPr>
          <a:xfrm>
            <a:off x="7139734" y="3316846"/>
            <a:ext cx="2651538" cy="500272"/>
          </a:xfrm>
          <a:prstGeom prst="rect">
            <a:avLst/>
          </a:prstGeom>
          <a:noFill/>
        </p:spPr>
        <p:txBody>
          <a:bodyPr vert="horz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400" dirty="0"/>
              <a:t>For LDA Model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F43607C-E3BA-5882-45A7-68EF8D8FE8DD}"/>
              </a:ext>
            </a:extLst>
          </p:cNvPr>
          <p:cNvSpPr txBox="1">
            <a:spLocks/>
          </p:cNvSpPr>
          <p:nvPr/>
        </p:nvSpPr>
        <p:spPr>
          <a:xfrm>
            <a:off x="7080847" y="4686722"/>
            <a:ext cx="5268689" cy="107433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Overall </a:t>
            </a:r>
            <a:r>
              <a:rPr lang="en-US" b="1" dirty="0">
                <a:latin typeface="Avenir Next LT Pro" panose="020B0504020202020204" pitchFamily="34" charset="0"/>
              </a:rPr>
              <a:t>NMF Model performed well over LDA</a:t>
            </a:r>
            <a:r>
              <a:rPr lang="en-US" dirty="0"/>
              <a:t>, As NMF has Comparatively High Coherence Score.</a:t>
            </a:r>
          </a:p>
        </p:txBody>
      </p:sp>
    </p:spTree>
    <p:extLst>
      <p:ext uri="{BB962C8B-B14F-4D97-AF65-F5344CB8AC3E}">
        <p14:creationId xmlns:p14="http://schemas.microsoft.com/office/powerpoint/2010/main" val="2737241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DF9E83-F4DF-C51A-7B41-600E67CA9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4B83C-AF54-FD8E-E557-4AE4762753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897425"/>
            <a:ext cx="6560142" cy="3063149"/>
          </a:xfrm>
          <a:noFill/>
        </p:spPr>
        <p:txBody>
          <a:bodyPr/>
          <a:lstStyle/>
          <a:p>
            <a:r>
              <a:rPr lang="en-US" dirty="0"/>
              <a:t>Sentiment Analysis</a:t>
            </a:r>
          </a:p>
        </p:txBody>
      </p:sp>
    </p:spTree>
    <p:extLst>
      <p:ext uri="{BB962C8B-B14F-4D97-AF65-F5344CB8AC3E}">
        <p14:creationId xmlns:p14="http://schemas.microsoft.com/office/powerpoint/2010/main" val="3504796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142" y="146697"/>
            <a:ext cx="5079715" cy="1175999"/>
          </a:xfrm>
          <a:noFill/>
        </p:spPr>
        <p:txBody>
          <a:bodyPr anchor="ctr">
            <a:noAutofit/>
          </a:bodyPr>
          <a:lstStyle/>
          <a:p>
            <a:pPr algn="ctr"/>
            <a:r>
              <a:rPr lang="en-US" dirty="0"/>
              <a:t>Sentiment Analysis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1191F6A3-1B0E-99D6-2C63-41BC18947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044" y="1137139"/>
            <a:ext cx="6556195" cy="22626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 the preprocessed text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Split text into sentences or tokens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the VADER sentiment lexicon to score words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Apply linguistic rules (negation, intensity, punctuation)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Compute positive, negative, neutral, and compound scores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Assign the final sentiment label based on the compound score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6F2137-D5D9-6953-3307-28044367C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57" t="24939" r="19047" b="28031"/>
          <a:stretch>
            <a:fillRect/>
          </a:stretch>
        </p:blipFill>
        <p:spPr>
          <a:xfrm>
            <a:off x="113658" y="41445"/>
            <a:ext cx="1540482" cy="1095694"/>
          </a:xfrm>
          <a:prstGeom prst="rect">
            <a:avLst/>
          </a:prstGeom>
        </p:spPr>
      </p:pic>
      <p:pic>
        <p:nvPicPr>
          <p:cNvPr id="7171" name="Picture 3">
            <a:extLst>
              <a:ext uri="{FF2B5EF4-FFF2-40B4-BE49-F238E27FC236}">
                <a16:creationId xmlns:a16="http://schemas.microsoft.com/office/drawing/2014/main" id="{7D710776-AC82-1E49-0295-BE7468B027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238" y="3458191"/>
            <a:ext cx="3934047" cy="3359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DF5C832-5894-206B-0DF6-E7F634EB998B}"/>
              </a:ext>
            </a:extLst>
          </p:cNvPr>
          <p:cNvSpPr txBox="1">
            <a:spLocks/>
          </p:cNvSpPr>
          <p:nvPr/>
        </p:nvSpPr>
        <p:spPr>
          <a:xfrm>
            <a:off x="5590168" y="4641014"/>
            <a:ext cx="5238735" cy="107433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00150" indent="-2857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430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00250" indent="-1714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Avenir Next LT Pro" panose="020B0504020202020204" pitchFamily="34" charset="0"/>
              </a:rPr>
              <a:t>The accuracy of </a:t>
            </a:r>
            <a:r>
              <a:rPr lang="en-IN" b="1" dirty="0">
                <a:latin typeface="Avenir Next LT Pro" panose="020B0504020202020204" pitchFamily="34" charset="0"/>
              </a:rPr>
              <a:t>VADER</a:t>
            </a:r>
            <a:r>
              <a:rPr lang="en-IN" dirty="0">
                <a:latin typeface="Avenir Next LT Pro" panose="020B0504020202020204" pitchFamily="34" charset="0"/>
              </a:rPr>
              <a:t> sentiment analysis was manually verified through human evaluation and was found to be largely accurate and consistent with human judgment.</a:t>
            </a:r>
            <a:endParaRPr lang="en-US" dirty="0">
              <a:latin typeface="Avenir Next LT Pro" panose="020B05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80C45F-3327-DB26-7F9A-5052E8F0E37A}"/>
              </a:ext>
            </a:extLst>
          </p:cNvPr>
          <p:cNvSpPr txBox="1"/>
          <p:nvPr/>
        </p:nvSpPr>
        <p:spPr>
          <a:xfrm>
            <a:off x="6998625" y="1766477"/>
            <a:ext cx="2421822" cy="501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venir Next LT Pro" panose="020F0502020204030204" pitchFamily="34" charset="0"/>
              </a:rPr>
              <a:t>W</a:t>
            </a:r>
            <a:r>
              <a:rPr lang="en-IN" sz="2000" b="1" dirty="0">
                <a:latin typeface="Avenir Next LT Pro" panose="020F0502020204030204" pitchFamily="34" charset="0"/>
              </a:rPr>
              <a:t>hy this VADER?</a:t>
            </a:r>
            <a:endParaRPr lang="en-IN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DF11B4-767A-635A-E169-6D1850DB5170}"/>
              </a:ext>
            </a:extLst>
          </p:cNvPr>
          <p:cNvSpPr txBox="1"/>
          <p:nvPr/>
        </p:nvSpPr>
        <p:spPr>
          <a:xfrm>
            <a:off x="7401650" y="2270221"/>
            <a:ext cx="2975727" cy="11587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Avenir Next LT Pro" panose="020F0502020204030204" pitchFamily="34" charset="0"/>
              </a:rPr>
              <a:t>Ruled-Based</a:t>
            </a:r>
            <a:r>
              <a:rPr lang="en-IN" sz="1600" dirty="0">
                <a:latin typeface="Avenir Next LT Pro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Avenir Next LT Pro" panose="020F0502020204030204" pitchFamily="34" charset="0"/>
              </a:rPr>
              <a:t>Useful on unlabelled data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Avenir Next LT Pro" panose="020F0502020204030204" pitchFamily="34" charset="0"/>
              </a:rPr>
              <a:t>No Explicit Training Needed</a:t>
            </a:r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37E2C-61F6-0181-EC31-197837D92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9D966-42B0-B7EC-C5D6-2F8472FFD6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15929" y="1897425"/>
            <a:ext cx="6560142" cy="3063149"/>
          </a:xfrm>
          <a:noFill/>
        </p:spPr>
        <p:txBody>
          <a:bodyPr/>
          <a:lstStyle/>
          <a:p>
            <a:r>
              <a:rPr lang="en-US" dirty="0"/>
              <a:t>Summarization</a:t>
            </a:r>
          </a:p>
        </p:txBody>
      </p:sp>
    </p:spTree>
    <p:extLst>
      <p:ext uri="{BB962C8B-B14F-4D97-AF65-F5344CB8AC3E}">
        <p14:creationId xmlns:p14="http://schemas.microsoft.com/office/powerpoint/2010/main" val="13615760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9CFFC-F093-F7CE-B34C-60BA62811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CEAD4-8C9B-368C-6139-434FC7EF1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6142" y="146697"/>
            <a:ext cx="5079715" cy="1175999"/>
          </a:xfrm>
          <a:noFill/>
        </p:spPr>
        <p:txBody>
          <a:bodyPr anchor="ctr">
            <a:noAutofit/>
          </a:bodyPr>
          <a:lstStyle/>
          <a:p>
            <a:pPr algn="ctr"/>
            <a:r>
              <a:rPr lang="en-US" dirty="0"/>
              <a:t>Summarization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759D6B-A7A8-5F78-3949-9163F50A3290}"/>
              </a:ext>
            </a:extLst>
          </p:cNvPr>
          <p:cNvSpPr txBox="1"/>
          <p:nvPr/>
        </p:nvSpPr>
        <p:spPr>
          <a:xfrm>
            <a:off x="6895884" y="4098711"/>
            <a:ext cx="2421822" cy="501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Avenir Next LT Pro" panose="020F0502020204030204" pitchFamily="34" charset="0"/>
              </a:rPr>
              <a:t>W</a:t>
            </a:r>
            <a:r>
              <a:rPr lang="en-IN" sz="2000" b="1" dirty="0">
                <a:latin typeface="Avenir Next LT Pro" panose="020F0502020204030204" pitchFamily="34" charset="0"/>
              </a:rPr>
              <a:t>hy this BART?</a:t>
            </a:r>
            <a:endParaRPr lang="en-IN" sz="20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5838ECA-C07C-95B7-F4BD-A614A7A3E494}"/>
              </a:ext>
            </a:extLst>
          </p:cNvPr>
          <p:cNvSpPr txBox="1"/>
          <p:nvPr/>
        </p:nvSpPr>
        <p:spPr>
          <a:xfrm>
            <a:off x="7298909" y="4592181"/>
            <a:ext cx="4393083" cy="1528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600" b="1" dirty="0">
                <a:latin typeface="Avenir Next LT Pro" panose="020F0502020204030204" pitchFamily="34" charset="0"/>
              </a:rPr>
              <a:t>Understands full context of the input text.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Avenir Next LT Pro" panose="020F0502020204030204" pitchFamily="34" charset="0"/>
              </a:rPr>
              <a:t>Generates fluent and coherent summaries.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Avenir Next LT Pro" panose="020F0502020204030204" pitchFamily="34" charset="0"/>
              </a:rPr>
              <a:t>Pre-trained on large-scale text data.</a:t>
            </a:r>
          </a:p>
          <a:p>
            <a:pPr>
              <a:lnSpc>
                <a:spcPct val="150000"/>
              </a:lnSpc>
            </a:pPr>
            <a:r>
              <a:rPr lang="en-IN" sz="1600" b="1" dirty="0">
                <a:latin typeface="Avenir Next LT Pro" panose="020F0502020204030204" pitchFamily="34" charset="0"/>
              </a:rPr>
              <a:t>Well-suited for summarization tasks.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E1690D6-6784-DA8E-CF66-59CFD1D0AE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552" y="1174029"/>
            <a:ext cx="6308332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Collect and prepare document–summary pairs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 and tokenize the text data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 pre-trained BART model as the base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Fine-tune the model on the summarization dataset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 the model using loss minimization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summary quality using ROUGE metrics</a:t>
            </a:r>
          </a:p>
        </p:txBody>
      </p:sp>
    </p:spTree>
    <p:extLst>
      <p:ext uri="{BB962C8B-B14F-4D97-AF65-F5344CB8AC3E}">
        <p14:creationId xmlns:p14="http://schemas.microsoft.com/office/powerpoint/2010/main" val="2004959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C59F6-9B22-C211-4B4C-A2FD4B914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7100" y="75122"/>
            <a:ext cx="5257800" cy="945419"/>
          </a:xfrm>
          <a:noFill/>
        </p:spPr>
        <p:txBody>
          <a:bodyPr anchor="ctr"/>
          <a:lstStyle/>
          <a:p>
            <a:pPr algn="ctr"/>
            <a:r>
              <a:rPr lang="en-US" dirty="0"/>
              <a:t>Training &amp; Evaluation</a:t>
            </a:r>
          </a:p>
        </p:txBody>
      </p:sp>
      <p:graphicFrame>
        <p:nvGraphicFramePr>
          <p:cNvPr id="4" name="Table Placeholder 3">
            <a:extLst>
              <a:ext uri="{FF2B5EF4-FFF2-40B4-BE49-F238E27FC236}">
                <a16:creationId xmlns:a16="http://schemas.microsoft.com/office/drawing/2014/main" id="{0519CAC4-33D8-0B1E-88FF-086E69894AFB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952254342"/>
              </p:ext>
            </p:extLst>
          </p:nvPr>
        </p:nvGraphicFramePr>
        <p:xfrm>
          <a:off x="7017262" y="1044489"/>
          <a:ext cx="4097972" cy="281475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2237852">
                  <a:extLst>
                    <a:ext uri="{9D8B030D-6E8A-4147-A177-3AD203B41FA5}">
                      <a16:colId xmlns:a16="http://schemas.microsoft.com/office/drawing/2014/main" val="2382218087"/>
                    </a:ext>
                  </a:extLst>
                </a:gridCol>
                <a:gridCol w="1860120">
                  <a:extLst>
                    <a:ext uri="{9D8B030D-6E8A-4147-A177-3AD203B41FA5}">
                      <a16:colId xmlns:a16="http://schemas.microsoft.com/office/drawing/2014/main" val="3953468724"/>
                    </a:ext>
                  </a:extLst>
                </a:gridCol>
              </a:tblGrid>
              <a:tr h="562951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+mj-lt"/>
                        </a:rPr>
                        <a:t>Rouge 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+mj-lt"/>
                        </a:rPr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107962"/>
                  </a:ext>
                </a:extLst>
              </a:tr>
              <a:tr h="562951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rouge1</a:t>
                      </a:r>
                      <a:endParaRPr lang="en-US" b="1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0.3907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1386868"/>
                  </a:ext>
                </a:extLst>
              </a:tr>
              <a:tr h="562951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rouge2</a:t>
                      </a:r>
                      <a:endParaRPr lang="en-US" b="1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0.1812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626418"/>
                  </a:ext>
                </a:extLst>
              </a:tr>
              <a:tr h="562951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rougeL</a:t>
                      </a:r>
                      <a:endParaRPr lang="en-US" b="1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0.2748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2482967"/>
                  </a:ext>
                </a:extLst>
              </a:tr>
              <a:tr h="562951">
                <a:tc>
                  <a:txBody>
                    <a:bodyPr/>
                    <a:lstStyle/>
                    <a:p>
                      <a:pPr algn="ctr"/>
                      <a:r>
                        <a:rPr lang="en-IN" sz="1800" b="1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rougeLsum</a:t>
                      </a:r>
                      <a:endParaRPr lang="en-US" b="1" i="0" dirty="0"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0.3650</a:t>
                      </a:r>
                      <a:endParaRPr lang="en-US" b="0" i="0" dirty="0"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51906"/>
                  </a:ext>
                </a:extLst>
              </a:tr>
            </a:tbl>
          </a:graphicData>
        </a:graphic>
      </p:graphicFrame>
      <p:pic>
        <p:nvPicPr>
          <p:cNvPr id="8196" name="Picture 4">
            <a:extLst>
              <a:ext uri="{FF2B5EF4-FFF2-40B4-BE49-F238E27FC236}">
                <a16:creationId xmlns:a16="http://schemas.microsoft.com/office/drawing/2014/main" id="{9808B6B0-82D8-3859-0C66-68FC506A48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23838"/>
            <a:ext cx="5400675" cy="4137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88E18690-ED46-0326-173D-10F59E0762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43" y="4869560"/>
            <a:ext cx="5400674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loss decreases steadily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rapid loss reduction indicates quick capture of patterns.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Final low loss with minor fluctuations suggests stable convergence and good model performance.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D56CA5B-3A6F-42B5-6B4C-E8169543EB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2960" y="4315562"/>
            <a:ext cx="6566578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 standard news summarization benchmarks (e.g., CNN/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DailyMail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BART-based models typically report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ROUGE-1 ≈ 0.40–0.44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ROUGE-2 ≈ 0.18–0.21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research literature.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IN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obtained scores </a:t>
            </a:r>
            <a:r>
              <a:rPr kumimoji="0" lang="en-IN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(ROUGE-1 ≈ 0.39, ROUGE-2 ≈ 0.18)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model’s performance is </a:t>
            </a:r>
            <a:r>
              <a:rPr lang="en-IN" b="1" dirty="0"/>
              <a:t>comparable to research and industry-level 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46306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8825" y="126148"/>
            <a:ext cx="3374204" cy="849898"/>
          </a:xfrm>
          <a:noFill/>
        </p:spPr>
        <p:txBody>
          <a:bodyPr anchor="ctr"/>
          <a:lstStyle/>
          <a:p>
            <a:r>
              <a:rPr lang="en-US" dirty="0"/>
              <a:t>User Interface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E583D74-AD18-C2A5-42BE-2AD6295DA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05" y="1058238"/>
            <a:ext cx="5606267" cy="28372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A4B217F-9D2D-9320-2022-BBE80D160A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622" y="1058238"/>
            <a:ext cx="5524073" cy="28372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281CE9-C412-DCE6-BBAB-F9CEBA7C9D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305" y="3969299"/>
            <a:ext cx="5599417" cy="27625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689B3CE-AD7A-4A9A-4B0C-C58B1DD262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1622" y="4012964"/>
            <a:ext cx="5599416" cy="2718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37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CE6C8-EF8F-80A6-AA31-56B085668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3">
            <a:extLst>
              <a:ext uri="{FF2B5EF4-FFF2-40B4-BE49-F238E27FC236}">
                <a16:creationId xmlns:a16="http://schemas.microsoft.com/office/drawing/2014/main" id="{5D0041FE-6930-4355-FF11-5F6EA1A71F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1" r="9521"/>
          <a:stretch/>
        </p:blipFill>
        <p:spPr>
          <a:xfrm>
            <a:off x="2779574" y="113941"/>
            <a:ext cx="6632851" cy="6630117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213632022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M78504181">
      <a:dk1>
        <a:srgbClr val="000000"/>
      </a:dk1>
      <a:lt1>
        <a:srgbClr val="FFFFFF"/>
      </a:lt1>
      <a:dk2>
        <a:srgbClr val="FFF8F4"/>
      </a:dk2>
      <a:lt2>
        <a:srgbClr val="E8E8E8"/>
      </a:lt2>
      <a:accent1>
        <a:srgbClr val="EE7660"/>
      </a:accent1>
      <a:accent2>
        <a:srgbClr val="4D90EF"/>
      </a:accent2>
      <a:accent3>
        <a:srgbClr val="5B5160"/>
      </a:accent3>
      <a:accent4>
        <a:srgbClr val="2BC2B4"/>
      </a:accent4>
      <a:accent5>
        <a:srgbClr val="C097F8"/>
      </a:accent5>
      <a:accent6>
        <a:srgbClr val="FF9413"/>
      </a:accent6>
      <a:hlink>
        <a:srgbClr val="467886"/>
      </a:hlink>
      <a:folHlink>
        <a:srgbClr val="96607D"/>
      </a:folHlink>
    </a:clrScheme>
    <a:fontScheme name="Custom 49">
      <a:majorFont>
        <a:latin typeface="Tw Cen MT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04181_Win32_SL_V11" id="{D9600F65-346D-4C25-A611-673E5C44A142}" vid="{299F2556-E258-444F-A1E6-FA759CE2285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285E733-8340-4FDD-A6FC-B22F1B75E4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3165DE6-2DCE-44FC-94B7-A499559DBF88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7FFD73E-D96B-4428-99CD-717A4897D3B4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</TotalTime>
  <Words>825</Words>
  <Application>Microsoft Office PowerPoint</Application>
  <PresentationFormat>Widescreen</PresentationFormat>
  <Paragraphs>141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Aptos</vt:lpstr>
      <vt:lpstr>Arial</vt:lpstr>
      <vt:lpstr>Avenir Next LT Pro</vt:lpstr>
      <vt:lpstr>Avenir Next LT Pro Light</vt:lpstr>
      <vt:lpstr>Calibri</vt:lpstr>
      <vt:lpstr>Tw Cen MT</vt:lpstr>
      <vt:lpstr>Wingdings</vt:lpstr>
      <vt:lpstr>Custom</vt:lpstr>
      <vt:lpstr>News Snap</vt:lpstr>
      <vt:lpstr>Table of Contents</vt:lpstr>
      <vt:lpstr>Project Overview</vt:lpstr>
      <vt:lpstr>Dataset Overview and insights</vt:lpstr>
      <vt:lpstr>Model Architecture </vt:lpstr>
      <vt:lpstr>Model Architecture</vt:lpstr>
      <vt:lpstr>Data Preprocessing </vt:lpstr>
      <vt:lpstr>Data Preprocessing</vt:lpstr>
      <vt:lpstr>Topic Modeling</vt:lpstr>
      <vt:lpstr>Topic Modeling</vt:lpstr>
      <vt:lpstr>Training and Evaluation</vt:lpstr>
      <vt:lpstr>Sentiment Analysis</vt:lpstr>
      <vt:lpstr>Sentiment Analysis</vt:lpstr>
      <vt:lpstr>Summarization</vt:lpstr>
      <vt:lpstr>Summarization</vt:lpstr>
      <vt:lpstr>Training &amp; Evaluation</vt:lpstr>
      <vt:lpstr>User Interface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presentation</dc:title>
  <cp:lastModifiedBy>SavitriSekhar Madduri</cp:lastModifiedBy>
  <cp:revision>9</cp:revision>
  <dcterms:created xsi:type="dcterms:W3CDTF">2024-01-11T14:50:00Z</dcterms:created>
  <dcterms:modified xsi:type="dcterms:W3CDTF">2026-01-21T06:22:22Z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